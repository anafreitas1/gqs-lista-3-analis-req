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ink/ink1.xml" ContentType="application/inkml+xml"/>
  <Override PartName="/ppt/ink/ink10.xml" ContentType="application/inkml+xml"/>
  <Override PartName="/ppt/ink/ink1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media/image5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1365" cy="6858000"/>
  <p:notesSz cx="6858000" cy="12191365"/>
  <p:embeddedFontLst>
    <p:embeddedFont>
      <p:font typeface="Raleway" pitchFamily="34" charset="0"/>
      <p:regular r:id="rId17"/>
    </p:embeddedFont>
    <p:embeddedFont>
      <p:font typeface="Raleway" pitchFamily="34" charset="-122"/>
      <p:regular r:id="rId18"/>
    </p:embeddedFont>
    <p:embeddedFont>
      <p:font typeface="Raleway" pitchFamily="34" charset="-120"/>
      <p:regular r:id="rId19"/>
    </p:embeddedFont>
    <p:embeddedFont>
      <p:font typeface="Roboto" panose="02000000000000000000" pitchFamily="34" charset="0"/>
      <p:regular r:id="rId20"/>
    </p:embeddedFont>
    <p:embeddedFont>
      <p:font typeface="Roboto" panose="02000000000000000000" pitchFamily="34" charset="-122"/>
      <p:regular r:id="rId21"/>
    </p:embeddedFont>
    <p:embeddedFont>
      <p:font typeface="Roboto" panose="02000000000000000000" pitchFamily="34" charset="-120"/>
      <p:regular r:id="rId22"/>
    </p:embeddedFont>
    <p:embeddedFont>
      <p:font typeface="Roboto Bold" panose="02000000000000000000" pitchFamily="34" charset="0"/>
      <p:bold r:id="rId23"/>
    </p:embeddedFont>
    <p:embeddedFont>
      <p:font typeface="Roboto Bold" panose="02000000000000000000" pitchFamily="34" charset="-122"/>
      <p:bold r:id="rId24"/>
    </p:embeddedFont>
    <p:embeddedFont>
      <p:font typeface="Roboto Bold" panose="02000000000000000000" pitchFamily="34" charset="-120"/>
      <p:bold r:id="rId25"/>
    </p:embeddedFont>
    <p:embeddedFont>
      <p:font typeface="Calibri" panose="020F0502020204030204" charset="0"/>
      <p:regular r:id="rId26"/>
      <p:bold r:id="rId27"/>
      <p:italic r:id="rId28"/>
      <p:boldItalic r:id="rId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font" Target="fonts/font13.fntdata"/><Relationship Id="rId28" Type="http://schemas.openxmlformats.org/officeDocument/2006/relationships/font" Target="fonts/font12.fntdata"/><Relationship Id="rId27" Type="http://schemas.openxmlformats.org/officeDocument/2006/relationships/font" Target="fonts/font11.fntdata"/><Relationship Id="rId26" Type="http://schemas.openxmlformats.org/officeDocument/2006/relationships/font" Target="fonts/font10.fntdata"/><Relationship Id="rId25" Type="http://schemas.openxmlformats.org/officeDocument/2006/relationships/font" Target="fonts/font9.fntdata"/><Relationship Id="rId24" Type="http://schemas.openxmlformats.org/officeDocument/2006/relationships/font" Target="fonts/font8.fntdata"/><Relationship Id="rId23" Type="http://schemas.openxmlformats.org/officeDocument/2006/relationships/font" Target="fonts/font7.fntdata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24T21:28:39"/>
    </inkml:context>
    <inkml:brush xml:id="br0">
      <inkml:brushProperty name="width" value="0.0529194456206428" units="cm"/>
      <inkml:brushProperty name="height" value="0.0529194456206428" units="cm"/>
      <inkml:brushProperty name="color" value="#f9fbf8"/>
      <inkml:brushProperty name="ignorePressure" value="0"/>
    </inkml:brush>
  </inkml:definitions>
  <inkml:trace contextRef="#ctx0" brushRef="#br0">17547.000 10566.000 767,'6.412'0.000'0,"-0.197"0.000"0,2.607 0.000-5,-0.845 0.000 4,3.345 0.000-1,1.520 0.000-1,-2.635 0.000 3,1.877 0.000-2,5.471 0.000-1,1.956 0.000-2,1.855 0.000 1,-3.572 0.000 1,0.853 0.000 1,14.320 0.000 0,0.490 0.000-7,-2.055 0.000 12,-2.490-1.178-12,-2.074-0.667 12,-2.912-0.292-10,-3.323 0.073 9,-0.683-0.286 12,-1.308-0.302-19,-1.673-0.293 11,-5.558 0.843 3,4.976-0.969-14,-0.472 0.241 0,-3.990 0.829 2,-0.466 0.222 10,2.485-0.635 1,-0.882-0.448-11,-3.419 0.555 2,-0.433 0.024 1,3.693-1.059 4,-2.022 0.447-4,-2.124 0.528 1,-1.997 0.529 0,1.809-0.457 1,-2.418 1.168-2,0.499 1.832 0,0.626-0.717 4,0.588 0.005 3,-1.547 0.005-5,0.963 0.002-3,2.226 0.000-1,-3.179 0.000 1,-0.238 0.000 0,4.519 0.000 0,-2.424 0.000-1,-2.113 0.000 2,0.864 0.000 0,2.077 0.000 2,-2.798 0.000 0,1.851 0.000 0,-1.520 0.000-4,5.702 0.000 3,-4.149 0.000 0,0.427 0.000-1,0.024 0.000-3,-0.222 0.000 1,0.590-1.815-1,-0.379-1.441 3,-0.948-1.090 1,-1.148 0.002-1,-0.513 0.147 1,-0.370 0.403-2,0.112 0.359 1,-0.157 0.665 1,4.614-0.800 1,-1.012 1.807-1,1.566 1.061-1,-4.150 0.639-1,-0.264 0.119 1,4.414 0.219 1,-2.778 0.027-2,-0.037 0.005-1,-0.665-0.201 1,5.647-0.068 8,-5.032-0.032-7,0.260-0.005-2,-0.042-0.004-1,0.486-0.001 1,0.421-0.001 1,0.031 0.001 2,1.741-0.476 0,0.257-0.726-1,-0.312-0.822-3,-0.607-0.337 3,-0.741-0.008 1,-0.758 0.194-3,0.690 0.301 0,0.102 0.343 5,-0.274 0.340-1,1.422-0.137 0,0.919-0.420-3,0.536-0.558-1,-0.195-0.151 4,-0.627 0.113-5,-0.840 0.267 0,0.042 0.374 1,-0.378 0.337 2,-0.771 0.320 3,-0.958 0.284-1,-0.996 0.239 0,4.612 0.029-3,-5.602 0.380-1,-0.012 0.066 4,0.339 0.051 1,0.153 0.035-1,1.302 0.039-4,-0.157 0.012 0,-0.280 0.001 3,-0.477-0.004 0,-0.995-0.012-1,3.008 0.030-1,-1.426-0.032 2,-0.883-0.061-1,0.667-0.019 2,-0.560 0.010 0,1.773 0.448 0,-1.321 2.591-3,-2.485 1.649 0,-1.429 2.093 2,-2.752-0.185-2,-1.375 0.174 1,4.443-1.856 1,2.706-5.130 0,0.171 0.213 1,1.387 0.006-3,2.090-0.418 0,-1.653-0.653-1,1.120-0.757 1,2.075-2.336-1,-0.089-1.489-2,-1.021-0.918 1,0.304-0.491 0,-0.246-0.185 4,-0.563 0.019-1,-0.917 0.471 3,-1.583 1.111-2,-1.628 1.244-3,1.564-0.900-1,-5.402 11.412 10,-2.371 0.618-2,0.339 3.668-3,-0.011-4.152-1,-0.002 1.169-2,-0.001 0.318 0,-0.001 0.023-1,-0.002-0.550-1,0.000-0.916 2,0.000 3.178 1,-0.002-1.857 1,-0.002-1.317-1,0.000 1.245 1,0.000 1.337 2,0.000-1.010 0,0.000 2.300-5,0.893-0.085 1,1.759-0.486 1,1.600-0.399-1,-0.162 0.421 0,-1.129 1.544 1,-1.309 0.708 1,-1.185-5.815 0,-0.020 4.870-2,-0.375-1.621 1,-0.165-1.549-1,-0.031 0.366 2,-0.002 0.224 5,0.012-1.378-8,0.083-13.176 4,2.797-3.200-1,1.470 1.386-3,0.551-1.584 0,1.363-4.833-2,0.325-2.243-3,-0.342-0.457 3,-2.912 7.440 7,2.702-6.047-5,0.548-0.619-4,0.017 0.186 2,-1.472 3.472 6,-0.350 0.422 3,0.106-1.166-7,-0.626 0.654-1,0.161 0.692-2,-0.089 0.686 4,-0.261 0.626 7,-0.373 0.554-2,0.541-2.196 1,-0.871 2.208-5,-0.818 2.296 10,-0.712 2.146-14,0.105-0.545 0,-2.486 12.632 8,0.624-0.238 0,0.039 0.184-1,-0.006 4.910-1,0.000-3.724-3,0.000 0.420 0,0.000-0.346-1,0.000 0.549 0,0.000 0.280-1,0.000 4.248 0,0.000 0.327 5,0.000-0.407-4,-0.168-2.192 0,-0.268-1.416 3,-0.312-1.540-1,-1.687 2.943-3,-1.077-4.828 6,-1.386 0.729 6,0.206 0.260-6,-0.005-2.623-3,-2.178-3.476-1,-0.434 4.504 1,4.102 0.268 2,-0.642 1.351-3,-0.548 0.289 0,0.122 0.925 0,0.363 0.196-1,0.539-0.358-2,0.609-0.678 4,0.602-0.822 1,-0.594 3.550-1,1.547-2.763-2,0.762 1.489 1,0.000-1.417 5,-1.221-0.297 2,-4.348-3.582-7,-2.035-6.192 0,3.147-2.747 1,2.484-1.753 0,0.272-2.430-1,0.321-1.191 0,0.333-0.298 0,0.461 1.970-2,0.209 0.286 1,0.187 0.377-1,0.098-2.581 0,0.203 0.464 0,0.156 0.944 6,0.112 1.183 1,0.078 1.248-3,0.047 1.198 0,0.134-3.551 4,0.090 3.250-14,-0.099 13.083 17,-0.190-0.273 0,0.008 0.483-5,-1.834-0.310-5,-2.957 2.918-1,0.199-2.068 2,0.213-2.097 0,2.789-11.217 3,1.794-3.103 0,-0.202-6.806-5,-0.004 0.530-1,0.000-1.630 2,-0.002-4.718-4,0.002-0.081-1,0.000 1.683 1,0.000 2.598 2,0.000 2.918 12,0.000 2.853-10,0.000 3.285 25,0.002 2.468-37,0.000-0.132 0,0.000 12.465 27,0.000 0.517 2,0.000 2.377-11,0.000-0.922-7,0.000 1.002 1,-1.424 3.817 0,-0.757 1.379-2,-0.286 0.133-1,-0.996 0.864 6,-0.481 0.320-3,-0.016-0.628-2,0.278-1.184 4,1.026-3.608 2,0.329-0.824-3,0.347-0.759-1,0.033 1.839-1,0.699-2.414 4,0.277-0.349 5,0.244-0.341-1,0.126 1.361 7,0.283-1.574-15,0.216 2.083-2,1.114-16.251 9,-0.999 1.081-1,-0.032-0.736 0,0.011-1.263-1,1.584-2.988-6,0.328 4.150 2,-0.296 0.992 1,0.482-3.098-2,0.841-2.072 1,0.880-0.436 1,-0.938 3.137 1,-0.064-0.007-1,0.632-1.058-2,0.495 0.046 2,1.040-1.174 0,-0.357 1.590 2,-0.630 1.827 0,-0.739 1.808-2,1.107-0.672 1,-2.144 11.579 5,-2.625 2.168-1,0.412 2.790-2,0.004-4.278-2,0.000 0.345 0,-0.001 0.755-1,0.001 0.343-1,0.000 0.041 0,-0.000 1.630 0,-0.002-1.050 2,0.000-1.272-1,0.000 3.269-2,-0.002-4.110 4,0.000 0.440 0,3.482-1.400 3,5.944-4.278 2,-1.256-5.178-5,-5.002-1.438-3,2.402-4.731 2,-2.138 4.418-2,0.554-0.202 1,0.762-0.824-1,-0.105 0.141 1,-0.350 0.265 1,-0.490 0.333 0,0.515-2.087-2,-1.351 1.218 1,-0.344 0.643 1,-0.199 0.912 1,2.216-2.544 3,-0.048 3.659-4,1.795 5.939 1,-5.539 5.055 2,-0.960 0.735 0,-0.003 0.679-4,0.049-1.259 0,0.007 1.025-1,0.008 0.480 0,0.008 0.569 1,0.010-0.958 1,0.010-1.248-1,-0.003 2.733-2,0.018-2.812 2,0.024-0.283 2,-0.016-0.103-1,-7.219-0.988 5,1.622-0.787 0,-1.917 1.405-6,-1.025 0.858 0,2.394-1.973-1,-0.183 0.361-1,-2.670 2.052 0,-0.047 0.481 0,-0.162 0.602 1,-0.183 0.502 3,0.159 0.115-1,0.389-0.159-2,-5.734 4.744 2,5.035-4.255-2,3.162-3.156 0,0.149-0.539-1,-0.454 0.790 6,1.028-0.981 3,0.058-0.345-7,-1.896 2.444 3,0.414 0.145 2,1.076-0.834-4,1.088-1.065 0,-2.045 2.231 0,1.469-2.679 0,-0.934-5.336 0,0.034-0.334 1,-1.485-2.146 3,3.732-5.280-1,2.833 2.125-3,0.267-5.443-1,0.306-2.635-3,0.251-0.929 2,0.201-1.530 0,0.131-0.992-3,0.097 6.975 2,0.028 0.057 0,0.050-10.303 2,0.044-0.114 1,0.021 1.199-2,0.006-1.307 6,-0.004 0.028-7,-0.010 0.843-3,1.412 0.299 18,0.747 1.364-18,0.270 1.906 2,0.105 2.700 3,0.132 2.247 11,0.090 2.106-12,0.059 1.854 0,0.031 1.549 3,2.802-2.378 3,0.202 4.064-1,-2.940 9.740 3,-3.357 1.079 0,0.172-0.022-3,0.136 1.922-4,0.042-1.351 1,0.007 1.087-2,0.006 0.226 0,0.005 0.733 0,0.001 0.297 0,1.343 3.586 0,0.716 0.266 1,0.267-0.472-1,-0.490-2.378 0,-0.111-0.178 4,-0.168-0.440-2,-0.200-0.600-4,-0.265-1.072 5,-0.186-0.495 3,-0.173-0.442-4,-0.159-0.401-2,-0.138-0.353 0,-0.122-0.303 5,-0.070 1.398 0,-0.136-1.148-2,-0.134 2.822 0,-0.212-2.283 0,-0.063-0.543-1,1.651-0.147 1,4.968-5.282 2,-0.034-2.135-1,2.268-2.379-2,1.085-3.554-2,-4.467 2.546 1,-0.088-1.040 1,-0.560 0.343-3,0.201-0.080 2,6.218-8.933-2,-2.720 2.128 3,-0.706-0.125 0,-0.591-0.387-1,-0.467 0.825-2,-0.355 1.504-1,-0.565 1.622 2,-0.968 2.057 4,1.657-1.229 3,-2.915 13.453 2,-4.985 3.215-1,-3.642 2.787-7,1.681-5.108 1,0.264-0.098-3,-0.344 0.542 1,-0.469 0.462 0,-0.136 0.738-1,-0.295 0.545 3,-0.393 0.383 2,-0.419 0.249-3,-0.421 0.141-1,-2.045 2.522 2,0.645-1.510-2,1.010-1.887 0,1.150-1.956 2,1.137-1.832-1,-1.004 0.199 3,3.156-10.726 1,2.628-0.298 1,-0.687-2.794 0,-0.118-2.856-1,-0.104 4.751-4,-0.125 0.593 0,-0.618-3.486-2,-1.231 2.362 2,-4.206 6.082 3,-0.429 3.300-1,2.157 2.185 0,-0.940 3.810 0,1.810 0.139-1,1.152 0.639-1,0.489 0.733 0,0.062-1.585 1,-0.278-1.704 0,-1.751 0.683-1,-0.240-1.658 1,0.732 0.122 1,3.681 0.835 1,-0.171-0.016-1,-0.012 1.371 0,-0.125 2.429-1,-0.231-1.778-1,-0.208-1.853 1,-0.938 0.177-1,-3.035-2.340 0,0.086 0.050-1,-0.436 0.069 1,-1.115-3.472 3,-2.664-0.398 1,1.283-0.221-3,0.372-0.046-1,-0.829-0.012 0,-2.488-0.012 1,-0.030-0.009-2,0.376-0.005-1,0.851-0.002 0,1.592 0.001 16,-2.571-0.012-21,16.581-0.001 13,0.043 0.027-2,2.898-1.981-5,-2.937-1.497 1,1.032-1.079-1,0.757-0.733 2,3.392-2.909-4,1.333-1.061-1,0.411-0.111 1,-1.943 1.727 0,-0.160 0.635 24,0.109 0.783-38,-0.461 0.452 15,-0.843 0.192-2,3.068-1.262 8,-1.520 1.044 2,-1.976 1.140-1,-2.086 1.100-4,-1.969 0.978 5,0.737-0.289-6,-12.565 3.581 2,-0.237-0.731 1,-1.915 0.020 1,0.324 0.001 1,-4.190 0.000-5,4.165 0.000-2,1.197 0.508 2,-0.280 0.819 0,-4.478 1.756 0,1.203 0.582 0,0.166 0.722 1,0.985 0.125 0,1.360-0.229-1,1.499-0.440-1,-2.178 2.241-1,3.501-0.529 4,6.157 0.605 1,-0.342 0.338 1,-0.782-0.159 0,0.038 0.521 0,0.016 0.054-1,0.000-0.495-2,0.475 0.148 1,5.648-5.563-1,-0.119-1.010 1,0.617 0.006-1,-0.539 0.000-1,4.576-5.119 0,-5.631-0.647-1,0.165-1.063 2,-0.833-0.730-1,-0.462-0.754-2,-0.565-0.224 1,-0.592 0.137-1,0.643-4.606 5,-1.411 5.388-2,0.241 0.033-2,0.359-0.719 8,-0.095 0.396-10,-0.215 0.486 4,-0.278 0.517-2,-0.064-2.022 0,-0.426-0.187 4,-0.388 0.176 0,-0.315 0.637 1,-0.287 1.392 5,-0.088-2.425-15,-1.026 15.684 12,-0.140 0.429-2,-2.980 2.188-5,-0.141 0.971 0,0.294 3.337-1,1.984-5.473-2,0.319-0.371 6,0.302-0.596 0,0.265-0.689 0,-0.092 4.072 4,0.574-3.987-11,0.747-12.671 12,-0.536-0.189 1,0.014-1.699-10,0.801-2.872 0,2.992-7.310 0,2.152-5.039 8,1.024-3.456-23,0.044-0.315 13,-1.665 7.209-1,0.209 0.415 5,0.552-1.390-5,-0.460 1.505 0,-0.173 0.105 1,-0.915 2.477 10,-0.923 2.420 0,-0.872 2.343 1,-0.948 2.895-2,-0.827 2.645-1,-0.929-0.268 1,-6.783 11.292 2,2.706 0.960-1,-1.122-1.301 1,-4.543 4.207-5,1.159-0.066-3,2.779-2.458 1,-9.961 12.473-6,3.710-2.574 3,0.710 0.305 1,-1.561 1.874-1,-0.472 0.310 1,0.263-0.714-3,0.413-0.343 10,1.851-1.873 0,2.042-1.947-10,1.404-1.866 2,0.843-0.897 7,0.992-1.063 5,1.024-1.099-2,0.974-1.049-3,0.805-0.726-2,-0.436 3.989-4,2.061-2.308 6,1.154-2.056 7,1.852-12.078-7,-1.967-1.332 0,0.037-2.010-6,0.856 1.961-9,2.245-0.216 8,1.050-1.114 16,0.083 1.273-13,0.458 2.154-1,1.275 7.999 3,-1.967 2.336 0,0.328 0.534 0,-3.711 2.179 0,-0.212 2.628 0,-0.097 1.475-3,-0.083 1.784-2,-0.071 0.399 0,-0.056-0.486 0,-0.043-0.313 1,-0.030-1.226 6,-0.021-1.827-4,-0.011-2.054-1,-0.007-2.027 12,-0.025 0.871-12,-0.041-13.453 3,1.762-1.202 2,5.474-6.302 1,-0.544 3.505-7,0.358-0.711 1,0.794-1.610-1,0.508-0.849-1,0.011 0.144-2,-0.308 0.771 7,-0.124 0.780 1,-0.821 1.998-4,-0.860 2.063-1,-0.807 1.927 0,-0.710 1.684 4,2.751-0.383 18,-13.375 6.733-13,3.501 5.322-5,1.466 1.474-3,-2.908 3.053-1,-0.738-2.332 1,-0.922 0.531 2,-0.520-0.045-2,-0.226 0.805-2,0.175-0.159 0,0.354-0.661 1,0.445-0.941 0,0.475-1.062 6,0.461-1.065 1,0.276-0.675 7,-1.392 1.816-21,10.132-12.698 16,-0.165 0.021 1,-2.341-2.073-3,-1.434-3.177-7,-0.330 1.242 2,-0.192 1.675-2,-0.282 13.212 6,-2.352 2.943-2,-3.252-0.267-3,1.162-2.229 1,0.089-0.351-1,0.423-0.819 0,-2.231 2.469 0,1.372-3.321 1,3.968-10.849 3,1.377-1.160-1,-0.313-0.556 2,-0.058 0.458-1,-0.025-1.376-4,-0.009-1.658 0,-0.005-3.405 1,-0.004-1.488-3,-0.002-0.375 0,0.471-3.061 0,0.726 0.577 5,0.823 1.396-6,0.782 2.260 1,0.696 2.601 8,0.582 2.594-3,0.016 1.897-3,-0.332 1.310 5,-0.522 0.838 0,1.112-1.996 11,-10.038 11.292-11,0.301 4.835-26,-2.386 3.981 25,1.468-3.216 14,-0.715 1.226-19,1.036-2.020 1,-0.231 0.354 1,0.129 0.083-3,0.379-0.115 1,1.728-2.172 1,-2.115 4.891 2,0.373-0.340 2,0.245-0.657-2,0.083-0.423 2,0.784-1.822 0,0.819-1.873-3,-1.573 1.853-1,1.166-4.198 4,-1.848-6.664 1,0.875-2.125 3,7.332-4.399-2,0.179 1.957-2,0.790-1.849-4,0.691-0.942 0,1.649-2.641-1,0.886-1.028 1,0.337 0.078-3,-0.044 0.782 3,-0.283 1.173 3,-0.361 1.214-3,-0.944 2.062-1,-1.001 2.020 1,1.306-0.658 0,-2.541 12.486 14,-3.531 2.219-2,-0.221 1.534-11,-0.506 1.582-9,-0.513 0.496 7,0.708-4.699 11,-0.019 0.035-10,-0.387 2.888-1,-0.300 0.672-1,-0.524 0.753 2,-0.256 0.800 4,-0.054 0.392 1,0.091 0.085-4,0.778-3.056 0,-1.131 7.426-3,0.543-1.975 4,0.552-2.618 0,0.505-2.772-1,0.433-2.620 9,-0.030 0.615-11,1.409-14.244 6,-0.228-3.084 1,-0.132-0.228 2,-0.015-1.292-6,-0.002 5.007-2,-0.002-0.747 1,0.268-1.228 0,0.443-0.758 0,0.551-0.391 0,0.703-1.794 1,0.177 0.414-1,-0.024 0.696 0,-0.157 0.837-2,0.914-6.279 0,-1.500 6.999 4,-0.336 1.568 12,0.207-2.126-16,-1.223 15.366 5,-0.013 0.159 0,-0.004 1.816 2,0.000-0.521-6,-0.004-1.520 1,0.000-12.828 2,0.000-0.405 1,0.000 0.266 0,0.000-1.096-2,0.000-2.668-3,0.000 2.206 0,0.424 0.172 1,1.800 1.353 1,1.435 0.127 1,0.925 0.337-1,0.072 1.012 0,3.418-1.816 0,-2.541 3.948 1,-0.689 7.265 2,-5.569 2.148 1,0.534 1.665-2,-2.028 2.819-1,-2.335 4.019-3,0.018-2.515 1,-0.083-0.026 0,0.215 0.698-2,0.607-1.057 2,0.705-1.790 0,0.704-2.072 0,0.636-2.061 12,-0.237 0.738-12,2.089-14.008 4,0.019 0.327 0,-0.084-1.532 2,-0.011-1.431-2,1.329-1.956-6,0.708-0.690 1,0.261 0.146-1,-0.800 5.545 2,0.353 0.082 2,2.462-3.324 1,0.775 0.117-3,1.251-1.371 1,-0.345 0.761 3,-0.718 0.876-1,-0.884 1.427-3,-0.916 1.650 15,1.036-1.784-20,-3.046 14.568 12,-3.994 4.991-1,-1.713-1.606-16,-2.691 3.897 19,-1.459 2.453-11,-0.317 0.788-2,-1.955 4.060 5,-0.402 0.992 12,0.231-0.291-36,2.634-4.715 24,0.514-1.137 3,0.539-1.620-2,0.525-1.871-4,2.298-4.116 1,-1.265 3.082 3,0.932-0.786 13,0.323 0.487-8,1.200-2.150 3,1.003-2.164-3,0.076 0.840-9,3.316-13.820 8,-0.961-1.309 0,-0.304 1.664-4,-0.011-2.042 0,-0.007-1.146-2,-0.004-0.473-1,0.360-1.511 1,0.579-0.378 0,0.688 0.154-2,0.270-0.071 1,0.109 0.109 5,-0.047 0.508-2,-0.147 0.743-2,-0.099 0.327 3,-0.275 1.271 2,-0.280 1.267-5,-0.263 1.177 1,0.230-3.244 2,-0.639 2.889 9,-0.959 12.876-5,0.483 1.205-1,-0.004 1.150-7,0.000-0.241 3,-0.002-1.100-2,-0.002-13.542 4,1.340-2.273-2,0.715-0.140-1,0.267-1.203-1,1.869-1.732-3,1.274-0.576 2,0.803 0.187 0,0.191 0.844 5,-0.602 1.834-3,-0.886 2.010-2,-0.983 1.935 1,1.244-0.454 0,-2.755 11.515 9,-3.346 0.888-2,-4.491 1.344-2,-0.251 1.352-2,2.371-3.244-2,-0.742 0.346 0,-0.341 1.546 0,-0.038 1.102-1,0.177 0.734 0,-4.464 10.320 0,2.415-5.067-1,0.651-0.756 1,0.918-1.881 1,0.905-2.139 0,0.868-2.241 14,0.776-2.121-20,-0.282 0.611 0,2.585-12.869 14,0.216-0.188 1,-0.365 0.452-6,0.229-4.682-1,0.394 3.988-2,0.488-0.245-1,0.516-0.001 1,0.012 0.355 0,0.859-3.602-1,0.278-0.459 0,0.202 0.296 2,0.143 0.744 3,0.092 0.965-5,-0.129 1.220 0,-0.392 1.596 0,1.312-1.380 0,-0.852 13.366 12,-4.255 1.689-3,-1.548-1.544-8,-1.173 3.932-1,1.100-3.941 1,-0.341-0.371 0,-0.304-0.632 0,-0.482-0.289-5,-2.587 1.496 8,0.915-3.657-1,3.847-9.513 3,2.135 0.486-1,-0.472-0.167-1,-0.023-2.908-2,-0.005-0.272-2,0.799 0.490-1,2.709-0.612 1,-1.041 4.115 2,2.023-3.283 5,-1.277 3.760-7,-0.496 11.048 4,-4.150 2.059 0,-1.620-0.908-3,-8.916 13.098 0,0.542-1.772-8,-0.329 1.437 3,1.029-0.253 2,0.587-0.392-2,0.728-1.249 2,0.417-0.783-4,1.665-3.274 11,1.664-3.322 6,1.512-3.054-12,-0.555 0.156 3,4.149-13.985 9,4.570-2.217 3,1.587 0.716-10,1.335-1.953-36,1.308-1.968 67,1.381-1.899-38,0.612-0.711 0,0.058 0.139 3,2.242-2.038 2,0.795-0.303-7,0.040 0.519 2,2.636-3.793 7,-0.418 0.289 1,-1.088 1.368-10,-1.410 1.890 13,-1.491 2.056-5,-1.415 1.982-6,-1.803 2.247 1,-1.893 2.221 8,-1.786 2.020 1,0.237-0.901 2,-12.163 6.511 0,0.786 2.916 0,-0.751 6.293-3,-2.891 0.856-6,-1.781 1.409-1,1.275-1.321-1,-0.268 0.213-1,2.390-2.245 2,-0.021 0.038 0,-4.220 4.079-2,2.502-2.322 5,0.051 0.007 3,-2.985 2.986-1,1.128-1.026-2,0.595-0.527 0,0.787-0.726-1,-0.201 0.303 1,2.088-1.943 0,2.107-1.966 0,1.926-1.800 0,-0.088 0.748 1,10.866-5.598 5,0.368-1.044 0,-0.296-3.066-2,1.578-1.253-2,-2.323 1.643-1,2.247-3.703-1,-0.114-1.117-2,-0.193-0.195 1,-1.627 2.308-1,-0.123 8.841 6,-10.217 2.567 0,-0.468-1.343-4,-4.880 3.794-5,-3.060 2.405 3,-1.545 1.278-2,-0.427 0.442-1,-3.476 2.117 0,-1.114 0.225-3,0.152-0.757 3,3.394-2.107-1,0.817-0.673 10,-3.049 1.877 0,3.047-2.349-10,3.177-2.413 3,2.985-2.246 11,2.605-1.946 0,-0.491-0.923-10,6.850-10.009 8,3.120 0.980-1,0.719-0.285 0,0.998-1.129 3,4.880-5.148-12,2.679-3.003-2,1.095-1.432 5,3.744-2.660-4,0.871-0.429-3,-0.971 0.979 1,-4.638 6.148 10,-0.857 0.728 0,-2.630 3.370-6,4.841-4.243-3,-0.077 0.575 9,1.785-1.243 10,-1.275 1.430-15,-1.498 1.475-1,-1.852 1.664 1,-2.359 2.033 2,-2.265 1.904 2,0.507-1.031 2,-13.890 5.883 4,0.899 1.703-1,0.203 1.119-4,-2.345 1.456-1,-1.185 1.084-3,3.781-1.880-2,-0.631 0.002 1,-4.437 2.117 0,-0.641 0.259-1,-4.492 0.735-1,-0.071-0.585 3,1.372-0.789 2,2.146-0.852-4,2.449-0.818 4,2.431-0.729 0,-1.382 0.248-4,16.064-2.618 5,0.267-1.297 2,3.044-2.546 6,-0.359-1.036-9,-1.459-0.191-4,-1.622 0.227 2,-1.487 0.353-1,-4.673-1.361 5,-11.394 10.680 5,3.622 1.640-11,-2.308 1.228 1,-1.970 1.045-4,-1.147 0.447-4,-0.519 0.017 12,4.533-2.713 0,-5.881 4.096-5,4.459-3.106-1,0.161 0.014 1,-4.320 3.449-2,2.111-1.307 12,2.435-1.611-3,2.415-1.653-5,2.189-1.532 1,0.269 0.727 1,11.355-4.158 3,1.061-1.779 1,-0.449 0.616-1,1.566 0.029 0,0.826 0.026-6,6.309-1.236-2,2.599-0.681-2,1.128-0.290 1,0.870-1.762 4,-2.716-0.564-2,-3.451 0.072 1,-3.589 0.451-1,-3.349 0.637 15,-0.699-1.415-14,-11.990 1.356 3,-0.856 3.387 1,-2.606 0.399 0,-3.036-0.062 3,5.212 0.326-2,-4.546 0.772-2,-11.866 2.505-6,-3.601 0.959-3,-0.475 0.194 4,1.034-0.501-1,2.604-0.778 1,3.593-0.930-3,3.908-0.946 3,3.787-0.881 1,3.404-0.768 8,-0.531-1.622 7,9.029-5.256-11,5.040 0.760 0,-0.270 0.131 0,1.201-1.058 0,1.513 1.244 6,1.766-0.974 2,1.628-0.754-8,0.575 0.155-4,0.467-0.508 1,-0.636 0.243-1,-1.384 0.759 0,-1.733 1.018 1,-1.812 1.098 3,1.281-1.555 3,-13.244 3.071-2,-7.768 3.429 4,3.513-0.196-3,-1.217-0.021-5,-2.183-0.026-2,-1.659-0.018 1,-0.740-0.015-2,-0.582 0.740 1,-2.580 0.718 4,-0.213 0.330-1,6.385-0.563-3,-8.621 0.995-2,2.643-0.177 11,3.327-0.284-6,3.477-0.323 0,3.282-0.325 14,-0.503 0.314-18,15.280-0.696 8,11.865-2.074 3,-1.883-0.620-2,1.553-0.288-5,-0.008-0.023-4,-6.617 0.942 1,5.306-1.092 0,5.952-2.411-2,-8.639 1.622 2,5.070-1.312 6,0.297 0.026 4,-0.683-0.146-10,-1.350-0.267 2,3.599-1.492 1,-2.931 0.566 2,-3.361 0.826-1,-3.350 0.921 3,-3.068 0.902 8,0.412-0.804-13,-14.262 2.310 3,-0.797 2.035 1,-6.912-0.161 9,3.959 0.610-10,1.527 0.060-3,-12.945 3.223-3,2.159 0.433 0,1.313 0.133 1,2.423-0.301 3,2.914-0.543 0,2.982-0.650-1,2.785-0.666 1,0.297 0.758-1,12.510-1.380 3,2.851-2.280 2,-2.523 0.223-1,2.600 0.012 6,3.420 0.017-1,1.694 0.023-9,1.111 0.017-2,0.093 0.014 2,-0.080 0.012 0,-2.008 0.014-2,-2.389 0.010 2,-2.455 0.010 2,-2.316 0.005 8,0.354 0.006-15,-14.385 0.022 15,-0.763 1.232-2,2.474-0.247-4,-8.141 1.153-3,-3.986 1.327-4,6.410-0.731 2,-7.243 2.516 0,-1.718 0.887-1,-0.510 0.343-1,-5.439 1.923 0,3.043-0.751 4,3.931-1.090-3,4.164-1.213 1,3.973-1.190 0,3.530-1.080 12,0.214 0.502-20,16.470-2.630 22,1.671-2.974 3,-1.846 0.219-4,4.690-0.728-8,6.597-3.497-6,-2.201-0.584-1,-1.240-0.167 3,-2.186 0.448 2,-2.594 0.795-1,-2.634 0.943-3,-2.445 0.958 2,0.386-1.055 0,-13.571 2.390 4,0.226 2.589 2,-4.044 0.051 17,3.280-0.117-23,14.445-0.045 4,0.820-0.216 0,1.200-0.216-2,3.334-1.760-6,-1.280-0.806 5,-1.808 0.384-1,4.868-1.130-4,-2.821 0.425 3,11.560-4.944-3,-0.805-0.755 3,-2.585 0.310 2,-3.444 0.931-1,-3.666 1.227 1,-3.478 1.303 0,-3.065 1.230 1,-1.133-0.755-1,-12.736 2.787 3,0.279 2.551 0,-7.359-0.286 7,-2.277-0.345 5,-3.186-0.032-20,-12.695-0.024-4,-5.124-0.026-1,-0.868-0.021 1,6.974-0.015 11,1.234-0.008-6,2.264-0.006-3,9.880-0.003 3,-12.062-0.006-4,4.454-0.002 33,5.035-0.001-30,4.964 0.000 15,4.499 0.001 5,3.824 0.002-16,0.472-0.004 1,14.640 0.003 2,-0.939 0.007 1,0.919 0.000 0,1.883 0.000 10,-1.067 0.000-2,0.441 0.000-11,-0.181 0.000-1,-0.553 0.000 0,-0.734 0.000 0,3.191 0.000 1,-16.587 0.000 4,-1.071 0.000 0,-1.168 0.000 1,-0.789 0.000-5,-2.614 0.000-2,-18.737 2.765-6,-10.345 1.471-1,-4.306 0.552 3,9.707-1.231-2,-3.191 0.875-2,-0.950 0.683-1,0.696 0.511 1,-0.008 0.098 0,1.049-0.198 25,1.800-0.403-9,-5.638 0.628-14,6.680-1.010 0,7.109-1.009 19,6.816-0.926-1,6.092-0.804-3,5.158-0.661 6,4.163-0.522-17,14.827-0.806 13,-2.198-0.212-2,0.929 0.012 7,4.408 0.012 6,2.713 0.025-23,1.598 0.026-1,0.068-0.766 6,3.285-1.316-5,-3.199-0.342-1,8.549-1.973-40,11.533-2.049 79,-5.205 1.248-37,-6.463 0.995-2,1.260-0.600 1,23.076-5.406-3,0.098-0.021 0,-1.307 0.333 6,-3.756 0.886-4,-5.119 1.190 1,-2.560 0.728-2,-7.975 1.818 4,-7.422 1.678 6,-6.449 1.452-8,-5.305 1.186 6,-2.139 1.451-7,-14.171 5.052 20,1.148-2.206 1,-2.428 2.120 8,-0.087-1.801-16,-2.825 0.550 0,-1.588 0.164-8,-0.644-0.111-1,-3.184 0.317-3,0.080-0.418-1,2.139-0.737 1,2.690-0.728 18,2.808-0.661-17,2.656-0.566 0,0.344 0.060 0,12.566-1.397 6,1.748-0.463 1,-0.716 0.242-1,5.429 0.096 0,-5.382 0.086-1,-0.512 0.012-3,-0.942 0.011 0,2.551 0.005 2,-17.171 0.038 3,-3.911-0.032-5,-2.541 0.000-3,-14.733 1.814-5,-8.438 1.442-2,-3.860 1.089 9,-14.985 1.219-14,-6.134 0.917-2,1.115 0.569 2,23.578-2.741 23,-23.899 3.689-13,-1.899 0.778-13,1.628 0.048 14,-13.334 1.349 11,6.779-1.277-10,9.722-1.531-6,10.718-1.560-4,10.435-1.448 26,9.387-1.256 11,8.192-0.588-29,6.769-0.126 20,5.326 0.170 0,3.512 1.023 6,11.658-0.679-3,9.641-1.462 6,5.069-0.345-25,1.774-0.304-5,2.739-2.076 1,2.023-1.828-2,-11.240 0.906 3,-0.279-0.207 1,18.189-3.612 10,0.883-0.565-15,-1.984 0.205 9,-0.260-1.154 4,-2.025-0.554-12,-2.942-0.137 0,-3.430 0.841 20,-3.408 0.933-8,-3.724 1.093-9,-3.635 1.106 1,-3.291 1.028 15,-2.819 0.901-1,1.586-0.238-13,-3.396 2.206 2,4.108 1.124 18,-3.659-0.559-6,1.189-0.039-13,0.554-0.037-1,1.511-0.034 2,0.551-0.028 0,-0.088-0.024-2,-0.973-0.159 2,-1.336-0.227 2,-1.490-0.255-2,2.288-1.318-1,-3.501-2.293 4,-5.594-1.848 1,-5.398 2.800 0,-1.884 2.605 0,-0.347 0.497-3,-1.482 0.083-1,-0.830 0.057-1,-5.045 0.033-3,2.157 0.012 2,2.339-0.003 0,-6.896 0.019 2,-0.479 0.001 1,-2.388 0.007-5,2.665-0.006 0,3.309-0.008 1,3.418-0.009 6,3.192-0.006 9,-0.094 0.003-18,16.994-3.411 15,-2.866 1.061-3,4.601-0.413-1,3.935-0.470-4,2.406-0.155-2,1.215 0.072-1,-0.434-0.409-2,-8.603 1.785 3,15.949-3.069-6,-9.791 2.079 4,2.607-0.575-2,-0.308-0.233 4,5.662-1.811 11,-3.082 0.128-12,-3.601 0.338 1,-3.671 0.451 3,-3.445 0.488 0,-3.044 0.477 3,-0.714-2.398-4,-13.195-0.535 5,1.205 5.209-1,-3.596 1.805 6,-1.837 1.075-5,-0.604 0.535-8,0.766 0.158 3,1.546-0.088-2,1.897-0.231-1,1.953-0.303 3,-0.845 0.650 0,13.216-0.564 6,4.328-1.800-2,1.409 0.028-3,-3.409 0.047-4,0.176 0.008 1,-0.252 0.008 2,-0.513 0.007 0,-0.651 0.007-2,-0.731 0.006 0,1.923-0.002 9,-17.180-5.027 0,-3.946 0.947-11,3.327 2.349 1,-1.426 0.208 0,-4.588 1.415 1,-0.147 1.101-2,1.091 0.598 0,1.757 0.235 1,2.022-0.006 2,2.015-0.155 2,1.844-0.233 0,-2.215 0.631-3,2.488-0.625 1,-0.452-1.162 3,-1.450-0.413 2,1.527 0.056 0,-1.021 0.031 0,-0.113 0.032 0,0.439 0.017-3,-3.617 0.305-1,-0.910 1.851-2,4.808-0.132 1,0.364 0.131 1,0.597-0.075-2,-4.107 1.401 0,2.660-1.119 2,0.194-0.283 0,5.007 7.705 6,4.514-2.899-3,4.533-1.690-4,3.133 0.038-1,1.820-0.309 0,5.007-0.659-3,3.659-0.579 1,-5.730-1.494 0,0.837-0.271 0,21.556 0.651 3,3.329-0.725-10,-0.839-0.599 4,-10.428-0.574 8,1.865-0.196-4,-2.514-0.216-5,0.942-0.184-1,-5.778-0.148 9,-5.679-0.083 12,-5.119-0.034 16,-4.334-0.003-39,-1.288-0.149 4,-14.372-0.045 15,-0.589 0.375 2,0.595 0.026-2,-1.022 0.004 0,-6.330 0.805-8,6.070 0.547-3,-6.498 2.188-1,1.857-0.284 3,-8.083 1.771-3,3.564-1.116 1,-9.119 1.316-3,-2.606-0.238 0,-2.818-0.404-1,-23.258 1.106-2,-3.503-0.261 3,2.317-0.142 1,16.921-0.819 1,20.683-2.199 2,-24.281 3.565-5,6.703-0.429-4,6.920-0.688 0,6.523-0.797 28,5.772-0.807 10,4.852-0.749-23,3.896-0.655-3,-0.612 0.184-1,7.044-8.953 17,5.484-1.539 6,14.855-4.513-23,4.292 0.436-5,2.368-0.108-2,5.266 0.012-1,3.381 0.020-2,0.942 0.534-1,-12.395 4.910 11,1.099 0.210 3,20.934-4.998-10,1.633 0.718-6,-1.867 1.739 20,1.572 0.537-11,-0.863 0.855-2,-2.506 1.032 1,-12.955 2.670 3,12.048-1.033 10,-3.579 1.168-19,-14.518 1.514 5,4.056-0.767-2,-3.397 0.313 16,1.399-0.426 10,-6.052 0.728 8,-5.393 0.702-4,-4.536 0.629-32,-1.119-0.225 7,-14.485 1.483 5,-0.176 0.914 6,-0.615-0.122 0,0.583 0.492-3,-2.642 1.105-1,-2.320 0.184-6,3.929-0.824-1,-17.962 4.491-1,2.281 0.486-2,-1.581 0.964-56,-3.579 0.720 115,-1.489 0.169-61,0.063 0.136 0,-4.102 1.383-2,1.112-0.295 22,2.992-0.967-13,3.416-0.087-1,4.091-0.647 7,4.473-1.023-10,4.348-1.174 1,3.916-1.172 13,3.330-1.078-3,0.852 0.579 0,13.548-2.732-4,-1.730-1.794 0,3.641 0.301 5,-1.921 0.370 2,2.874 0.017-7,2.062 0.016-5,2.473 0.013 0,7.857 0.008-1,-7.560 0.015 0,8.283 0.002-3,10.172 0.007 1,-12.620 0.001 5,8.225 0.003-3,8.887 0.003-2,-15.164-0.002 2,16.641 0.162 0,-4.233 0.242 2,-5.596 0.273 4,-5.964 0.269-3,-5.696 0.244 1,-5.048 0.210 1,-4.231 0.168 2,-3.370 0.130-3,-8.530 3.851 2,-7.821-4.006 24,-0.101-0.898-9,-3.805 0.670-21,-9.293 0.979-2,7.516-0.408 2,-9.803 1.257-2,-13.153 2.502-4,13.882-2.015 6,-23.845 2.691-4,-8.185 0.956-2,-6.535 0.077 0,-1.316-0.494 5,-5.932-0.476-6,4.513-1.112 4,7.890-1.126 1,12.271-1.044-2,8.925-0.600 15,8.481-0.439 5,7.568-0.302-19,6.429-0.191 18,5.223-0.109-6,1.310 1.372 5,13.927 1.787 6,1.629-4.474-16,16.632-4.200 42,0.667-1.302-47,2.338-1.139-1,0.072-0.764-1,3.049-1.285-3,1.198-0.664 1,-0.149-0.198 8,5.869-2.334 4,-2.006 0.432-14,-3.420 1.109 2,3.482-1.044-1,0.278 0.158 27,-1.794 0.919-10,-2.985 1.336 5,-7.893 2.727-18,-1.614 0.219 0,-1.724 0.434-1,-1.724 0.564 3,-2.042-0.169 6,1.291-1.378 28,-3.796 0.885-30,-3.411 1.144 1,-2.882 1.206 12,0.038 0.097-14,-7.925 10.560 4,0.002 2.381 0,0.195-0.858 1,-3.209-2.779-6,-5.559 4.517-1,1.202-3.607 1,-2.645 0.821 1,-2.945 0.965-1,2.380-2.076-1,3.325-2.103 1,-19.721 9.502-4,-3.388 1.086 0,12.335-6.056 2,-0.237 0.035 0,-17.277 7.959 0,1.667-0.995-4,3.748-1.975-1,4.717-2.413 10,4.919-2.481 6,4.632-2.315-3,5.214-2.125-9,3.102-1.047 2,2.640-0.732 13,-0.337 1.938 6,5.007 1.688 6,5.114-1.186-20,2.597-1.937-1,14.389-1.155-3,8.521-0.497-4,4.221-0.475-2,12.837-0.422-4,5.922-0.354-3,1.171-0.283 1,7.891-0.215 20,0.226-0.154-24,-4.514-0.106 2,-8.183-0.060 27,-7.549-0.035-5,-8.059-0.016-15,-7.761-0.002 2,-6.977 0.008 2,-5.945 0.011 52,-4.833 0.013-49,-14.614 6.203 4,-7.784 0.569 41,-2.033 0.528-48,-6.359 2.484-2,-2.879 0.715-1,-0.493-0.432 0,-6.046-1.177 10,-3.336-0.587-10,-0.282-0.564-2,-1.798 0.452 17,-1.891 0.339-15,0.623-0.275-5,2.286-0.675 13,13.179-2.904 13,-6.559 0.757-21,1.676-0.805 0,2.159-0.789 0,2.393-0.738 1,-3.487-0.130 30,6.146-1.022-10,5.901-0.785 11,5.224-0.572-31,4.351-0.392 2,15.134-1.717 12,1.238 0.201 0,-2.012-0.369 0,1.549-0.276-6,-0.282-0.549-39,1.899-0.475 75,2.420-0.997-41,7.541-1.823-2,-1.211 0.366 8,2.776-1.117-6,-4.747 1.385 0,15.231-4.954-3,-12.145 4.014 4,-13.962 4.133 2,38.903-9.716-7,1.351 0.469 6,-2.696 1.236-4,-3.151 0.300 3,-5.099 0.905-2,-6.240 1.287-1,-6.438 1.416-1,-6.036 1.381 25,-5.294 1.249-5,-4.399 1.061-15,-1.507-0.074 1,-14.588 2.639 2,2.016 0.488 1,-7.692-0.116 17,3.219-0.297 1,0.803-0.073-21,-1.406-0.022-2,-1.233-0.019 0,2.455-0.027 0,-8.326-1.118 0,-2.180-0.943 2,-0.644-0.759-4,0.457-0.592 5,-4.913-1.224-4,1.857 0.161-1,2.643 0.470-1,4.284 0.616 1,3.129 0.304 12,3.000 0.239 2,2.697 0.181-12,2.301 0.131 5,-0.301-2.263 4,4.558-1.126 0,2.169-1.152 0,0.496-0.412-2,1.134-0.830-1,4.093-0.991-5,1.688 0.647 0,-1.624 2.174 1,-0.254 0.297 0,-0.635 0.526-1,-0.832 0.633 2,2.287-3.063-1,-3.146 2.197 0,-8.999-1.121 1,-3.003 6.198 2,-2.313 0.280 1,-1.043 0.214 0,-0.025 0.156-6,-1.517 0.082 0,6.471 0.040 2,-14.887 0.047-3,-13.843 0.046 0,-5.191 0.018-3,-0.301 0.005-1,10.391-0.031 3,-0.756-0.007-1,0.118-0.007-2,0.780-0.010-1,-5.675 0.001 9,2.626-0.011 15,5.651-0.012-18,5.965-0.009 4,5.676-0.008 24,5.033-0.006-32,4.226-0.005 3,14.014-0.015 9,1.739 0.008 0,2.759 0.002 1,-4.533 0.002-3,0.222 0.000-1,2.415 0.001 1,-1.375 0.000-1,5.654 0.000-1,2.834 0.000-5,7.439-1.252-1,-4.005-0.203 0,6.159-0.762 1,-1.021-0.090-1,-2.238 0.110 1,-2.855 0.234 3,-2.175 0.159 2,-4.399 0.375 1,-4.107 0.355 18,-3.561 0.309-32,-11.528 4.209 21,-0.891-1.584 4,-0.174-0.471-13,-4.837 0.391-1,-2.268 0.617-2,1.879 0.036 0,-6.852 1.581-1,-11.664 3.400-2,-1.413 0.649-1,1.276-0.275 3,4.491-1.103-1,4.049-0.985 1,4.322-1.059 5,4.165-1.025-7,3.749-0.926 23,3.200-0.791-28,13.266 0.066 24,-0.038-2.152-2,1.406 0.046-3,13.185-0.081-8,6.854 0.022-7,12.075 0.017-4,-0.941 0.063 2,1.835 0.022 0,-11.971 0.040 4,32.858-0.013-2,1.259 0.024-11,-4.117 0.019 1,-6.785 0.151 37,-6.783 0.222-25,-7.833 0.250-6,-7.890 0.250 2,-7.320 0.229 25,-6.397 0.200 10,-5.322 0.163-29,-4.232 0.132 3,-1.780 2.571 0,-6.781 2.313 6,-3.148 0.139 15,-6.274 0.834 6,-3.992 1.095-32,-1.873 0.071 2,2.579-2.092 0,-3.260 0.982-2,-1.767 0.346-1,-0.616-0.122-1,-15.987 2.243 13,-3.215-0.559-14,0.846-0.657-3,10.443-2.823 18,1.542-0.733-13,-3.673-0.180-2,2.016-1.012-2,2.764-0.930 16,1.644-0.667 9,4.680-0.814-14,4.530-0.634 2,4.073-0.473 12,3.473-0.333-27,13.157-2.066 23,8.609 1.699 4,-1.714 0.194-12,2.253 0.017-6,0.992 0.011-1,-5.836 0.008 0,8.215-1.246-1,-7.633 0.246 2,-0.124-0.173 0,3.296-0.576-1,-0.727-0.049 2,-0.898 0.051 12,2.090-0.408-11,-3.039 0.320 1,-3.096 0.355 18,-2.863 0.344-24,-18.370-0.935 14,4.884 2.089-6,-1.112 0.018-3,-2.365 0.012-2,-2.344 0.007-1,-1.795 0.001 2,2.567-0.013-1,-1.499-0.002 1,-12.853 0.020-3,9.356-0.027 0,-7.751 0.806 2,-7.825 1.033 0,10.363-0.370-1,0.827 0.089 0,-3.934 0.722 2,3.120 0.296-1,3.469 0.299 1,3.494 0.283 3,1.955 0.590 1,4.405-0.316 0,3.740-0.484 7,6.189 3.654-1,5.862-5.596 3,1.363-0.718 1,2.283-0.303-12,1.387-0.865-2,2.831-0.559 0,2.148-0.332-1,0.757-0.955-2,5.041-1.538-1,-13.279 2.501 2,14.004-2.976 0,-2.567 0.339 1,-3.441 0.575 2,-3.693 0.672 3,-3.538 0.675 0,-3.146 0.621 5,-0.889-0.316-10,-15.747 1.266 8,2.001 0.861 3,-0.873 0.068 1,-5.715 0.071-13,-1.202 0.014-1,1.991-0.025 1,-0.193 0.799 4,-1.574 0.779 0,0.588 0.348-5,-0.657 0.513 2,2.713-0.112 3,2.942-0.271 2,2.844-0.346-2,-0.020 0.749 6,16.582-0.863 2,-1.102-1.518-8,7.442-0.393 0,4.728-0.513-2,2.040-0.573 0,0.136-0.575-4,-3.801 0.115 0,5.536-1.686 27,-1.899-0.367-55,-1.908-0.072 27,-2.420 0.216 16,-2.590 0.389-2,-2.527 0.477-9,-1.913 0.071 0,-3.206 0.226 3,-0.299-2.243 5,-12.949-2.090 4,-3.034 5.026-2,-2.111 0.267-5,-1.250 0.278-5,-3.094 0.229-2,1.878 0.374 0,2.952 0.249 1,-0.187 0.077 0,-4.809 0.014 0,-1.025 0.103 3,3.822 0.099 1,-0.062 0.040-1,4.045 0.038-1,-8.188 0.820 0,-3.362 1.068-1,2.474 0.271 1,2.921-0.109 0,2.973-0.339 1,2.770-0.455 1,2.427-0.494 4,-0.660-0.661-5,11.894-7.966 5,2.399 4.573 3,0.856-1.663-2,1.142-1.120-9,0.524-0.352 0,1.091-0.830 1,-1.457 0.786 2,-1.877 1.046-3,-1.972 1.113 7,0.305-1.304-9,-10.984 2.345 9,-1.881 3.306 0,-1.320 0.128-2,-2.022 1.302-1,-2.747 0.735-5,-1.426 0.310 0,2.061-0.147 4,0.375 0.244-2,0.684 0.246 0,0.865 0.234 0,-0.336 0.657 0,2.261-0.292 0,2.302-0.453 2,-0.060 1.415 1,12.236-0.747 13,3.923-3.424-10,3.603-0.144-4,1.538-0.095-4,-2.118-0.244 1,0.188-0.369-1,-0.340-0.438 1,-0.687-0.457-1,2.175-1.849 0,-0.601-0.762 9,-0.971-0.181-7,-1.082-0.058 3,-2.316 0.509 5,-2.360 0.639-6,0.620-1.284 0,-12.810 1.628 5,-1.001 4.105-10,-1.765 0.901 17,-12.032 5.907-16,-6.205 2.968-2,-2.094 0.908 1,-3.547 0.986-5,0.043-0.471 0,2.253-1.330 1,0.573-0.323 2,2.342-1.101 12,3.233-1.486-4,4.894-1.797 1,4.266-1.424 34,4.119-1.283-59,3.709-1.093 29,13.084 0.559 1,7.244-5.960 7,-2.621-1.102-14,8.113-2.570-41,-6.566 2.407 41,19.160-6.169 25,3.492-0.981-50,-0.341 0.340 36,-1.333 0.676-13,-3.171 0.825-4,-4.042 0.850-4,-5.017 1.241 5,-5.199 1.376 11,-4.878 1.346 9,-4.266 1.213-10,-10.470-1.858-1,-5.218 5.475 5,-0.098 0.104 0,2.386-0.127-5,-2.702 0.066-3,0.511-0.027-1,1.172-0.039-1,-2.757 0.093 3,18.476-4.502-2,1.214 0.756 0,-2.762 0.970-1,1.696-0.407 0,4.657-2.139 0,-1.452-0.144-1,-0.958 0.206 0,0.282-0.151-1,9.882-5.672-1,-4.311 1.275 1,-2.076 0.434 1,-2.503 0.803 1,-2.557 0.963 1,-2.380 0.982 0,-2.144 1.100 0,0.490-2.722-2,-3.984 0.382 9,-3.454 0.975 2,5.227 1.352-1,5.508 4.565-6,-2.849-0.381-2,5.641-1.146-2,6.294-0.881-4,5.033-0.631 0,2.577-0.181 3,0.167 0.258-1,0.213 0.298-4,4.377-0.144 0,-2.820 0.670 0,-4.737 0.226 2,-4.308-0.173 9,-4.199-0.350 1,-5.727 0.656 0,-2.862 0.150 11,-9.532-3.305-2,-8.159 4.243-6,-2.587 0.341-3,4.534 0.737-9,-1.429 0.491 2,-12.426 3.003-4,-2.478 2.218-13,-0.417 0.827 28,-1.837 0.806-12,0.025 0.183 0,1.317-0.258-1,8.349-1.908 4,-6.615 1.664 3,-0.547-0.340-10,-0.713-0.545 0,0.359-0.664 10,1.106-0.717 14,1.984-0.323-19,2.516-0.025 0,-1.383 1.022 0,4.629-0.316 0,4.292-0.385 2,3.743-0.402 23,3.107-0.379-20,0.278 2.721 3,13.471 0.268-1,4.435-4.568 1,-5.236-1.503-3,0.014-0.226 0,-0.030-0.182 1,3.781-0.090-4,-2.968-0.072 0,9.195-1.311 0,-0.707-0.226-1,-2.859 0.226 0,5.915-0.583-1,1.083-0.021-2,7.885-1.367 0,-4.958 0.059 1,-0.956-0.112 1,-1.599 0.098 2,1.972-0.502 1,-4.212 0.561 1,-4.195 0.614-6,-3.822 0.596 21,-3.263 0.531-28,-0.612-0.165 3,-13.616 1.497 21,1.159 0.478-1,0.047-0.329-1,-1.430-0.079-5,0.518 0.006 0,-1.262 0.001-7,-0.118 0.003 1,1.218 0.001-1,14.947 0.001 3,1.355 0.000 1,-2.886 0.000-2,1.509 0.000 0,7.082 0.000-4,2.040 0.000 1,0.308 0.000 0,-1.084 0.000-1,-2.414 0.000 4,-2.799 0.000-3,-2.787 0.000 13,0.635 0.000-19,-16.121 0.000 17,1.572 0.000-4,-3.844 1.669-1,-2.367 1.362-4,-1.004 1.067-3,-3.974 2.810 1,-1.903 1.290-1,4.932-2.350-2,-0.995-0.130 4,-3.226 0.420 2,-0.636 0.231-2,4.113-1.245-5,-11.462 3.795 4,7.794-2.879 2,-0.039-0.370 2,8.015-2.587 2,-16.217 3.848-4,3.040-1.300-2,3.972-1.267 2,4.229-1.143 18,4.041-0.973-21,3.595-0.787 1,0.499-0.203 0,13.774-2.056 6,1.613 0.091 0,-0.855 0.345-1,0.038 0.303 1,3.308 0.023 1,2.091 0.016 1,12.388 0.013-5,6.468 0.007-9,2.280 0.006 7,4.647 0.002-8,0.103 0.001-1,-2.705 0.000 1,-7.108-0.002 8,-4.023-0.002 15,-4.068 0.000-19,-3.821-0.001 1,-3.400 0.000 1,-2.365-0.001 52,-3.549-0.001-63,-0.729 0.000 8,-14.265-0.002 16,0.011 0.000 6,0.717 0.000-5,-0.232 0.000-12,-3.480 0.000-1,1.229 0.000 1,0.671 0.000 0,-6.398 0.000-2,-8.982 0.000-1,-7.411 0.000-1,1.019 0.000 0,-1.906 0.000-1,7.299 0.000 2,-31.490 0.000-1,-3.543 0.000-11,1.935 0.000 4,-1.416 0.000 23,3.678 0.000-23,6.508 0.000-1,9.001 0.000 19,11.616 0.000 20,6.278 0.000-31,2.524 0.000 0,-4.351 0.000 18,5.899 0.000 16,5.255 0.000-9,4.421 0.000-28,0.958 0.000 6,15.830 0.000 6,-0.681 0.000 5,-0.350 0.000-1,4.342-1.026-2,2.221-0.617-5,2.398-0.302-3,7.070-1.480-3,2.524-0.605-2,0.152-0.090 1,8.973-1.868 9,2.494-0.925-14,-0.655-0.437 7,-15.712 3.324 12,0.080 0.193-10,14.996-1.853-7,-0.717 0.867 0,2.115 0.240 21,-2.782 0.254-11,-4.128 0.045 3,-5.199 0.385-10,-5.428 0.564 21,-5.113 0.627 11,-4.490 0.612-41,-3.729 0.553-2,-12.927-0.588 36,-1.177 2.433-3,1.538-0.207-11,-1.795-0.015 1,-0.953-0.016-4,-3.838-0.014-2,-1.371-0.016-3,-0.104-0.013-1,0.633-0.009 6,4.877-0.010-1,-7.062 0.000-5,-0.249-0.004 2,9.602-0.002 6,-7.037-0.001-1,-0.574-0.001-4,3.210 0.000 0,-0.376 0.000 0,-12.744-0.002 5,-0.260-0.001-6,1.644 0.001 2,2.653 0.001 0,1.866 0.000-1,2.908 0.001-2,3.204 0.001 0,3.098 0.000 27,2.751 0.000-24,-0.339 0.001-1,13.946 0.000 4,0.349 0.000 0,4.695 0.000 4,4.342 0.000-8,5.517 0.000-4,2.446 0.000 2,4.387 0.000-2,4.591 0.000-3,1.835 0.000-2,-0.144 0.000 11,-12.368 0.000 2,-0.580 0.000-8,0.271 0.000-1,0.933 0.000 0,19.810 0.000-5,-16.347 0.000 12,11.661-0.801 23,2.363-0.533-25,12.334-0.827-6,-42.924 1.723 6,47.067-2.031-4,-3.827 0.128 2,-6.398 0.275-1,-7.475-0.106 5,-7.511-0.329 11,-6.905-0.441-14,-6.288-0.037-3,-5.519 0.237 25,-4.503 0.377-5,-3.502 0.431 2,-0.799-1.803-10,2.988 3.728 3,0.235 0.005-4,-0.155 0.001 0,-17.146 0.002-5,0.162 0.001-2,-1.654 0.000 0,-9.516 0.000-3,6.109 0.000 2,-8.240 0.000-2,4.259 0.000 0,-15.902 1.178-2,20.112-0.600 4,-24.037 1.548-5,2.431 0.191 4,4.569-0.073-1,5.512-0.231 5,5.642-0.310-3,5.252-0.332 6,4.580-0.318 1,3.784-0.285-5,15.788 0.381 3,9.018-1.184 39,7.059-0.026-48,3.103-0.010 1,8.340-0.001-5,2.488 0.005 0,-1.326 0.011 0,-1.879-2.419 17,-1.964-1.367-11,-3.415-0.591-4,-2.543-0.831 18,-4.775-0.363-1,-4.467-0.226-13,-3.992 0.189 0,-4.092 0.731 12,-3.423 0.879 1,-2.714 0.894 2,-0.351-0.815-5,1.193 3.151 0,-9.207 7.061 2,-1.267-1.748-4,-7.126 1.971 0,3.630-2.890-3,-5.083 0.723-3,-3.218 0.290-3,-1.473-0.153 5,-0.244-0.423-1,7.150-1.357-2,-7.652 2.110-1,6.867-1.952 2,-0.521 0.340-1,-9.571 2.605 3,3.946-1.214 10,-5.002 1.093-11,2.697-0.767-1,3.449-0.884 2,3.617-0.879-1,3.411-0.804 12,2.996-0.689-14,0.364 0.060 0,13.958-2.037 9,-0.752-0.014-1,3.955-0.983 7,-0.539-0.640-32,6.768-2.585 42,-1.315-0.259-38,-0.812-0.086 27,-1.768 0.309-12,-2.205 0.528 1,-2.292 0.619-1,-2.147 0.621 0,1.324-1.224 0,-5.807-1.517 1,-3.612-0.286 1,10.722 3.896 15,-0.842-0.125-5,1.128-0.253-13,0.393-0.010 1,-2.533 0.708-2,0.106 0.122 2,1.788-0.457-1,-0.220-0.262 1,-0.362-0.370 0,1.256-0.969 3,-1.626 0.140 3,-1.737 0.350-5,1.900-1.775 1,-3.986 0.558 0,-6.474-1.762 2,1.864-0.224 1,-0.052-1.870 0,-1.658 2.204-1,-3.541 2.245 0,-1.157 3.101-2,-4.806 0.671 0,0.537 0.035-1,-1.256 0.011-1,-2.148 1.001-2,-2.131 0.621-1,-0.723 0.318 1,0.273 0.096 6,1.993-0.284-4,0.412-0.122-2,0.592-0.166-1,-0.872-0.050 2,0.936-0.253-1,1.864-0.331 13,0.421-0.180-5,0.463-0.164-4,-2.382 0.095 3,2.110 0.032-1,2.263 0.113 0,2.153 0.154-3,-1.392 1.449 2,4.694 3.653 1,9.164-1.602 2,1.149-3.731 0,1.507-0.751-1,7.645-1.410-4,-3.185-0.672-3,0.894-0.262 1,1.923-0.618-16,2.308-0.491 30,0.984-0.124-17,0.026 0.132 6,-10.538 1.984 0,14.341-2.428-2,0.658-0.469-5,-0.048 0.023 1,-9.547 1.439 11,4.464-1.258 2,-0.157-0.005-11,-0.212 0.191-1,4.174-0.488 12,-9.033 2.027-6,4.204-0.373-1,-4.603 0.958 0,-0.335 0.249 0,8.179-0.510 1,-2.097 0.640 0,-2.360 0.519 0,-3.005 0.403-2,-2.872 0.288 24,-2.685 0.203-32,0.816 0.264-1,-14.740 0.879 18,0.416-1.027-1,-0.853-0.052-3,-9.743 0.001-4,0.932 0.005-4,-2.102 0.001 0,-4.823 2.194-2,-3.236 1.299-1,-0.690 0.621-1,1.027 0.137 14,4.158-0.006-12,0.296 1.028 1,0.406 0.482-3,5.452-1.397 5,-4.758 1.304 1,0.364-0.371 12,-3.645 0.517-4,1.930-0.940-4,0.348-0.675-1,2.845-0.871-4,3.273-0.719 3,3.263-0.566 5,2.980-0.423 0,2.558-0.303-1,-0.277 0.787-4,7.625 4.564-1,5.266-3.640 6,-0.022-2.302 2,9.024-0.398-1,0.498-0.252-9,2.132-0.037-1,-6.825-0.023 0,0.485-0.007 1,13.019-0.016-4,2.696-0.010-1,1.190-0.001 6,1.205 0.000 6,-0.716 0.001-10,-1.978 0.003-2,0.624 0.001 6,-12.024 0.010 4,9.620 0.075-7,-4.544 0.128-1,-4.618 0.139 17,-4.249 0.135 5,-3.644 0.120-15,0.250 0.862 1,-10.411 4.810 0,-1.249-0.906-1,-7.352 0.169 13,2.775-1.659-8,-1.667 0.909-9,-1.508 1.177 0,-1.370 0.559-3,-8.999 3.368 1,-1.571 0.439-2,-0.178-0.928 6,0.938-1.165 1,1.965-1.405-3,3.213-1.500-1,3.271-1.297 4,3.237-1.133 5,2.952-0.940 5,-0.136-0.098-21,18.746-2.972 28,-3.070 0.898-11,1.240 0.040-5,0.408 0.038-2,11.272 0.009-5,2.683 0.064 1,5.949-1.395 5,2.087-0.738-9,-0.913-0.269 1,-19.424 1.556 4,14.796-1.075 10,-1.091 0.174-14,-1.989 0.227 2,-2.481 0.247 2,-4.618 0.095 12,-2.404-0.231 0,-2.359-0.346-9,-0.255-0.741-1,-3.285 0.214 32,0.425-0.962-32,-12.406 10.459 7,-3.319 2.915-3,-0.844-3.113-6,-2.121 0.311 1,-0.909-0.415 1,-5.620 2.019 2,-2.520 0.503-7,-0.398-0.474 5,-1.615-1.074 2,-0.664-0.514-5,0.786-0.474-3,4.839-1.880 11,-2.160-0.291 2,0.196-0.743-10,0.863-0.726 0,-2.343-0.106 17,3.096-0.729-11,3.244-0.522-5,3.045-0.354 2,2.653-0.217-1,-1.837 0.974 7,3.788 1.153-1,5.912 2.788 4,6.826-5.139 2,3.052-0.839-1,-1.155-0.168-11,2.911-0.021 0,1.845-0.015 0,1.001-0.010 3,-3.836 0.005-3,4.371-0.009-1,-3.359 0.005 0,2.237-0.002 1,0.030-0.000-1,6.155-0.005 1,0.399 0.002 9,-3.060 0.005-7,-3.542 0.006 0,-3.514 0.004 0,-3.180 0.004 11,-0.378 0.001-14,-15.264 0.010 9,-0.928-0.001-2,2.273-0.002-1,-5.282 0.000-1,4.811 0.000 0,-5.934 0.000 0,-4.136 0.000-3,-4.466 0.000-4,3.463 0.000 1,12.234 0.000 4,-34.219 0.000-7,-5.463 0.000-2,-1.736 0.000 1,27.320 0.000 5,-10.251 0.000 1,0.384 0.000-1,-25.158 0.000-9,-0.867 0.000-3,-7.096 0.000 37,2.796 0.000-22,6.339 0.000-8,2.467 0.000-2,6.763 0.000 26,7.735 0.000-25,7.626 0.000 26,8.212 0.000 4,5.929 0.000 13,5.049 0.000-65,4.094 0.000 23,14.627 0.000 23,-1.450 0.000 6,1.147 0.000-3,-1.765 0.000-15,0.087 0.000-1,0.207 0.000-1,5.405-0.400-2,2.972-0.668-2,2.981-0.424 0,7.683-0.735-2,4.809-0.967-2,-3.135 0.113 2,2.549-0.929 0,1.197-0.472 5,8.596-1.733-3,1.352-0.422-5,-1.024 0.112 3,-2.568 0.463 6,-21.211 3.502-4,22.353-3.234 10,-3.488 0.521-17,-4.481 0.427 3,-4.786 0.336 26,-3.261 0.185 0,-5.567 0.795-24,-4.802 0.795 4,-3.905 0.727 2,-0.249-0.276 16,-0.389 2.560-1,1.405-0.284-8,0.832 0.003 4,-2.891 0.002-15,-15.802 0.002 8,-12.071 2.766-10,-9.578 1.471-2,-4.718 0.552-31,-1.839-0.107 58,-5.394 0.351-31,-2.576-0.023 0,-0.483-0.284 3,-20.513 1.314 10,-7.825 0.541-21,-1.874 0.299-2,-7.831-0.127 43,1.043-0.613-40,5.922-0.812-3,8.737-0.888 2,28.740-1.987 16,-6.985 0.214 25,-3.915-0.088-15,11.823-0.835-17,10.702-0.660 36,9.099-0.497 44,7.346-0.354-78,4.120-0.387 9,14.516-0.487 0,1.743 0.268 7,-1.910 0.170 1,0.443 0.096 1,2.292 0.019 5,-1.597 0.033-11,0.696 0.009-2,11.127-0.007-5,2.384 0.020-2,8.067-1.238-1,3.744-0.697 2,0.703-0.303-2,13.374-0.180 5,5.061 0.187-13,0.956 0.306 8,18.371 0.352 7,6.615 0.351-23,-1.183 0.322 13,-14.221 0.358 21,-2.623 0.157-25,-4.594 0.132-3,2.779 0.097 1,-36.851 0.130 9,18.890 0.002 40,-4.431 0.045-23,-4.658 0.033-19,3.765 0.048 35,-7.281 0.018-1,-6.795 0.005-26,-5.928-0.005 11,-4.896-0.011 4,-3.852-0.013-16,-0.285 0.026 0,-1.101-0.042 14,-0.085-0.046 1,-2.382 4.896-6,-3.535 2.232-7,-1.661 1.816-1,-4.666-1.224-1,-2.845 0.340 1,2.408-3.820-1,-2.465 0.004-1,0.625-0.296 1,-6.273 2.194 0,-2.565 0.338 0,2.881-1.207 0,-12.945 4.028-5,-19.678 3.282-3,1.140-2.195 5,0.163-1.086 0,5.062-1.853 0,2.395-1.056-4,6.449-1.490-1,6.734-1.330 3,6.346-1.118 2,5.575-0.895 50,4.634-0.681-54,1.547-0.443 6,15.007-1.837 7,-0.470 0.757 4,-1.318 0.433-1,2.203 0.153 7,3.392 0.024-4,2.049 0.018-11,7.530-2.838-5,3.320-1.507-1,0.449-0.564 4,-2.016-0.139-24,0.155-0.311 30,-1.050 0.111 6,-1.796 0.387-15,-7.451 1.872 14,7.590-2.499-5,-5.157 1.157-8,-1.087 0.247 1,-2.907 0.487 8,-1.244-0.196 11,2.360-1.868-16,-2.354 0.441 1,-2.016 0.692 3,-1.642 0.795-1,-1.278 0.796 2,3.518-0.898-3,-1.177 2.200 3,-0.519 1.165 0,0.485 0.568-3,1.118 0.242-2,-0.487-2.078 0,-0.094-1.424 2,-2.250 0.949-1,0.037 0.175 1,-0.146 0.290-2,3.383-4.497-1,-3.872-0.112 2,-3.314 0.099 3,-8.150 3.423-2,-1.182 3.376 0,-2.709-0.440-2,-0.232-0.060 0,-1.362-0.008-1,-1.804-0.007-1,0.345-0.007-1,1.334-0.002 1,1.811-0.002 0,1.934-0.002 3,1.829 0.000 2,-1.697-0.003-1,1.889-0.003-3,-1.353 0.009 0,0.214 0.000 4,-1.494 0.000 1,1.725 0.801 0,-1.676 0.533 0,-5.029 0.828-2,-1.227 0.157-4,-0.082-0.070 0,0.308-0.090-1,2.146-0.328 1,2.479-0.356 3,2.479-0.343 10,-1.052 0.262-19,17.474-1.864 19,0.289-2.472-7,9.664-5.380-4,1.389-1.597 0,2.322-1.402-6,-9.555 4.979 3,0.772 0.190 0,12.264-4.416-4,-4.362 1.683 1,17.051-6.196 13,-5.691 2.645-10,-3.018 1.305-1,-4.467 1.737 7,-4.986 1.856-3,-4.887 1.777-3,-4.417 1.575-1,-3.759 1.322 3,-0.929 0.046 1,-12.637 3.287 2,-3.229 0.596 2,2.423-0.812 15,-1.909-0.057 6,-0.912-0.051-22,-10.863 4.147-6,-6.366 2.193-3,-3.060 0.808 5,-2.922 1.948-11,-1.064 0.859 4,1.404-0.195 0,-2.311 1.454 6,3.950-0.785 9,5.269-1.427-13,5.588-1.682 1,5.276-1.686 19,4.610-1.535-5,3.796-1.306-10,15.937-2.089 5,-3.734-3.670-7,1.078-0.957-4,14.940-5.488 1,2.255 0.440 46,2.856-0.032-40,6.931-2.573-11,1.907-1.074 4,-1.347-0.060-3,0.068-1.586 22,-2.169-0.216-21,-3.968 2.256 0,4.824-0.442 23,-0.526 1.277-13,-2.613 1.731 11,-2.463 1.866-14,-3.589 1.793-1,-3.985 1.598-1,-3.893 1.344 0,-3.507 1.074 22,-2.981 0.818-11,-1.744 0.586-8,-1.095 0.390 33,1.528 0.604-34,-14.335 1.580 5,-3.188-1.487-2,2.436 0.551-2,-0.612 0.752 0,-0.575 0.565 0,-0.079 0.670-1,0.543 0.614 1,-0.791 0.423 1,0.436-0.114 2,0.911-0.312-1,1.136-0.407-1,-2.346 2.073 3,2.794 0.102-2,5.157 1.418-1,7.104-4.001 13,-0.495-2.058-13,-12.923-1.037 2,-0.862 1.926 0,-1.166 1.463-4,-1.381 1.092 1,-9.792 3.549-5,-5.778 1.999 0,-2.819 0.879 5,-3.069 1.466-7,1.645-0.407-1,3.814-1.299 3,4.780-1.724 0,4.940-1.824 6,4.598-1.725 15,3.978-1.510-16,1.395 0.279 1,12.255-3.216 2,2.528-1.865 1,0.740-0.188 1,1.589-2.242 11,-1.601 0.009 2,1.750-1.179-18,1.386-1.140 0,2.253-0.730 1,-0.231 0.335-3,-1.231 0.725-1,-1.747 0.904 4,-1.918 0.940 0,-1.861 0.883 2,-1.670 0.772 0,2.042-0.178-3,-1.999 1.550 0,2.252 1.691 10,-2.221 1.804 6,-9.603 2.924-13,-1.215-1.780-1,-1.231 3.344 0,0.899 0.455-2,1.277-2.566 1,-0.662 0.806-1,-0.524 0.533 1,-1.751 2.001 0,-0.282 0.045 0,-0.060-0.223-2,0.722-0.928 0,1.007-1.125 2,1.151-1.220 1,-0.833 1.750 0,10.820-3.258 7,-0.365-7.920-2,1.503-1.518-4,-1.593 2.148-2,5.041-3.721-1,0.367-0.509 0,1.760-0.374-2,0.072-0.082 3,2.481-0.910-1,0.224 0.106-2,-0.668 0.385 1,-0.210 0.493 4,-1.337 0.520-1,-1.920 0.494-3,0.651-0.962 2,-0.590-0.353 8,-1.301 0.052-6,-1.580 0.745 2,-1.724 1.213-3,-1.620 1.359-1,0.977-1.321 1,-5.890 12.585 5,-0.136 0.218 0,0.093 2.059-4,-0.017-0.104 0,-0.003-0.094-2,-0.004-2.043 0,-0.004 0.547 0,0.000-0.335 0,0.000 0.561 0,0.000 0.554 4,0.000 0.645-1,0.000 3.625-4,0.000-5.463 1,0.000-0.254 0,0.000 4.825 0,0.000-1.884-1,0.000-1.530 2,0.000-1.040 2,0.000-0.328-1,0.000 0.413 1,0.000-0.355-1,-0.254 1.116-1,-1.564-0.563 0,-2.182-0.826-1,-0.520 0.879 1,1.083-0.419 3,0.335-0.304-5,3.221-12.374 4,-0.105 0.069 1,-0.018-0.010-3,-0.160-6.453-3,-0.246 5.590 1,-0.278 0.560 0,-1.464-3.708 0,-0.805 4.144 0,-2.318 2.575 2,-2.245 3.537-1,0.036 0.875 0,-1.294 0.810 2,-2.405 0.672 5,-1.520 0.259-7,-2.174 1.789-3,-2.176 1.472-2,-0.709 0.902 2,0.329 0.465 4,9.745-3.812 1,-14.271 6.265-8,0.676-0.153 1,2.148-0.749 0,2.891-1.058 11,3.115-1.164 1,3.004-1.135-7,2.691-1.027-1,2.278-0.875-1,-0.076 1.485 3,6.984 1.192-1,5.732-5.160 11,-1.015-1.063 2,2.347-0.101-3,-0.878 0.106-10,6.595 0.039 1,-7.816 0.038-1,7.820-0.003-3,-4.980 0.007 3,11.300 0.001-4,2.647 0.003 2,0.445 0.002-2,-1.033 0.001 3,1.783 0.001-3,-6.101 0.001 1,-1.627 0.000-1,1.048 0.000 0,-4.825 0.000 11,-1.226 0.000 6,-1.167-0.001-15,1.476-0.064 8,-2.609-0.100 2,-2.433-0.112-7,1.271-0.587 1,-7.532-5.483 2,-2.196 0.352 0,1.284-0.042 0,-2.669-0.125 0,-7.046 2.861-1,-1.938 1.051-4,1.934 1.078 0,-1.403 0.552-1,3.120 0.436 1,-5.546 0.084 4,-2.330 0.082-3,-1.061 0.050-4,0.314 0.028 5,1.135 0.014-3,1.546 0.000-1,0.311-0.003 0,1.747-0.009 3,2.164-0.014 6,2.224-0.011 9,-1.540 0.010-17,15.364-0.040 5,0.396-1.261 0,0.858-2.979-19,-0.821 0.350 37,1.241-0.574-22,0.540 0.020 0,1.452-0.153 2,-0.612 1.072-3,-0.851 0.607 1,-1.286 0.578 0,-1.432 0.506 3,1.846-0.663 1,-4.016-2.394-1,-4.668-1.218-1,7.174 1.786 4,-1.506-1.329 1,-1.277-0.009-6,-0.856-0.489 0,-2.118-0.204-1,-0.777 0.228 1,0.585-1.612 2,4.045-2.541 3,2.496 0.018-7,-2.766 5.008 1,-0.313 0.424 1,1.460-2.803-1,-4.051 1.441 2,-8.178 4.230 2,-0.818 2.248 0,0.298 0.843 0,-1.839 1.524-2,-7.441 3.000-1,2.936-0.969-4,-8.024 3.018 0,-3.905 1.140 0,0.676-0.307-2,2.656-0.896 0,3.662-1.184 6,3.983-1.268-1,3.851-1.212 0,3.454-1.081 7,0.632 0.362-7,13.971-2.564 4,1.295-1.500 0,0.589-2.939 2,2.523-1.992 8,3.272-1.812-31,1.431-1.022 22,-2.255 0.942 12,0.444-0.187-18,0.816-0.969-1,0.244-0.675-2,4.241-2.420 3,1.370-0.284 7,-1.722 0.884-5,-2.678 1.041 0,-1.700 1.421 0,-2.298 1.532 5,-2.473 1.476-4,-2.372 1.317 4,-2.112 1.106 1,0.690-0.931-1,-6.534-2.034-5,-1.316 0.138 1,1.492 0.073 5,0.075-1.508 1,2.608-1.573-4,2.909-0.075-4,1.994-0.652 0,0.969-0.196 1,1.240-0.996-2,0.418-0.158 1,-0.527 0.691 0,-1.195 1.293 0,-1.456 1.501 0,-1.488 1.498-1,-1.385 1.370 2,0.760-1.632 1,-3.164 0.173 4,-7.648 2.364 2,-2.227 3.141 1,1.014 0.460-3,-2.817 0.127-7,-2.904 0.223 1,6.156 0.260 2,-3.535 0.672-1,4.225 0.525-1,2.457 4.154 3,4.747 1.446 0,-1.042-0.667 0,-0.129 0.837 1,-2.803-0.811-1,-1.480 1.145-2,-0.555 0.555 1,-4.131 1.538-1,-1.797 0.594-4,-0.209-0.040 4,-3.402-0.398 1,-0.894-0.585-7,0.722-0.652 4,1.578-0.957 3,2.506-1.373 1,2.631-1.373 4,2.474-1.256-8,0.794 0.522 0,12.224-2.899 8,0.441-1.975 0,2.087 0.316 2,1.177 0.323-6,-0.103 0.113-3,1.761 0.024-1,0.465 0.019-1,-5.738 0.015 3,4.520-0.360 0,-0.323-0.575-1,-0.641-0.685 0,0.063-0.702 0,-2.054-0.087 6,-2.151 0.152-4,1.375-1.356-1,-14.088-0.180 10,-0.584 3.929-4,-5.676-0.022-4,-2.394 1.033-3,1.379 0.947-2,-1.542 0.860 0,-4.259 0.720 5,-1.570 0.176 4,-0.247-0.081-2,0.690-0.257-14,2.512 0.225-9,0.972 0.131 25,-2.353 1.021-9,3.191-0.485-1,3.325-0.653 11,3.138-0.709-2,2.772-0.686 8,0.343 0.594-16,12.272-1.620 8,1.738-1.862 0,-1.490 0.332 0,0.844-0.121-1,-0.567-2.228-1,0.285-2.088-4,-2.103 0.605 3,-0.389 0.390-2,1.293 2.248 0,1.075 1.783 1,3.249-0.799 2,-2.121-0.770-33,0.809-0.827 34,0.088-0.492-1,-0.908-0.085 1,-1.235 0.125 12,-1.322 0.241-16,2.096-1.362-1,-2.458 0.083 3,-1.745-1.609-1,0.696 0.246 1,-1.745-1.298 1,-0.053-1.018 4,2.986 2.663-2,0.092 1.263-4,-1.765-3.384 0,-3.020-0.946 0,-1.059 1.215-1,0.055-0.183 1,0.205-2.182 0,0.008 1.645 0,0.000 0.455 0,-0.004-1.590-2,-3.268 1.865 1,-2.882 4.909 3,-2.307 1.240 0,0.746 0.232-3,-1.420 0.038-1,-1.103 0.020 0,-0.370 0.008-1,0.868-0.012 1,-0.198-0.005 1,0.179-0.006 1,0.430-0.009-3,2.913-0.017 2,0.080-0.005 2,-3.158 0.513 1,0.064 0.812-4,0.852 0.341 0,0.472 0.200 5,0.546 0.038 0,0.566-0.076-4,0.345-0.123 1,0.387-0.204-1,0.299-0.225 2,-0.304 0.025-1,-3.368 1.036 2,3.805-0.066 1,1.949 2.709-2,5.970 1.261 1,4.446-4.250-1,1.348-1.722 1,3.513-0.307-3,-2.454-0.769 0,-1.095-0.091-2,1.591-0.202 1,9.646-1.999-3,3.304-1.192 1,1.643-0.897-1,8.483-3.509 0,-0.440-1.176-3,-2.484-0.376 2,-3.534 0.626-4,-3.886 1.190 17,-3.777 1.436-7,-3.878 1.430-4,-3.833 1.391 44,-3.372 1.204-51,-0.499-0.191 3,-14.104 3.212 17,0.634 0.672 0,-0.515-0.474-3,-6.525-0.151-6,-4.994-0.036-5,-2.432-0.030 3,8.876-0.033-2,-12.548 2.429-3,-1.791 1.364-1,0.002 0.590 1,5.770-0.847 16,-0.253-0.143-12,4.849-0.552-1,-8.230 1.611-4,-0.585-0.017 7,-0.254-0.258 13,7.492-1.489-14,-12.432 1.182-1,12.311-1.807-1,-17.894 2.261-3,0.085 0.027 9,2.573-0.351 4,21.130-2.593-3,-14.355 1.797-5,2.801 0.060-3,3.371 0.172-1,2.099 0.282 2,4.387-0.387 24,3.942-0.510-4,3.343-0.549-29,1.056 0.773 13,12.077-1.076 6,0.681-2.266 5,2.142 0.031-4,-2.327-1.659-8,1.450-1.631 1,-3.128 1.130-1,0.339-0.159-41,8.282-3.113 46,2.155-0.482 30,0.570 0.144-60,-0.279 0.413 47,-2.095 0.988-23,-2.573 1.093-2,-2.665 1.068 2,-2.504 0.971-1,0.497 0.854 5,-11.078 7.733 5,-4.202-3.595 0,-12.253 3.815 1,-0.693 1.171-14,-1.038 1.235-2,-2.091 1.287 4,0.287-0.133-4,1.724-0.992 2,3.063-1.441 0,3.630-1.597 20,3.677-1.557-17,3.394-1.405 16,2.939-1.190-22,15.681-2.769 3,-0.421-2.378 33,10.629-3.512-28,5.348-2.009-7,2.048-1.019 4,9.204-1.299-6,3.037 0.060-1,-1.018 0.894 0,-3.806 0.330 22,-4.424 0.816-19,-5.295 1.255 1,-5.428 1.434-1,-5.088 1.433 5,-4.476 1.322 33,-3.739 1.147-32,-10.523 7.901 4,-7.578 0.653 4,-6.940 4.154 16,-2.359 0.935-28,-1.171 0.203 3,0.620 0.521-2,1.676-0.749-2,2.185-1.468 2,2.790-1.731 0,2.927-1.747 7,2.770-1.609 8,2.438-1.392-11,-0.638 0.914 3,8.792 1.285 4,-3.473 0.062 2,-4.248-4.335-3,-0.713 3.225 1,-0.273 3.518-7,2.386-0.740 0,2.909-0.451-1,9.795-4.208 4,4.419-3.421-2,-5.734-0.049 0,-0.217-0.019-2,-0.453 0.000 0,3.284-0.106 7,-17.956 3.485-1,-1.166-0.029-6,-10.531 2.241-5,1.748-1.593 2,-0.291 0.182 0,-1.582 1.046 0,-1.349 0.881 3,-0.321 0.725-4,0.002 0.198-1,-3.861 2.690 5,2.667 0.102 2,3.915-0.801 0,4.078-1.185-2,3.869-1.342-1,3.441-1.336 23,2.907-1.229-23,2.179 1.908 1,9.575-4.877 7,0.827-0.883 0,1.275-0.164-2,7.462-2.849 2,3.695-1.496-6,1.069-0.539-2,-5.548 0.528-1,-0.538-0.315 1,3.314-1.841-2,-1.648-0.526 0,-1.404-0.230 8,-2.925 0.899 2,-2.847 1.187-6,-2.560 1.263 10,0.944-0.674-13,-8.694 10.925 9,5.113-0.387 3,2.888-5.119-4,1.248-0.336-2,3.888-0.143-6,2.473-0.058 1,0.882-0.041-1,0.257 0.087 1,-1.941 0.162 1,-2.488 0.196 0,-2.615 0.200-1,-2.475 0.185 1,0.324 1.313 4,-9.576 4.674 2,-3.332-2.388 1,-2.946-0.242-1,-0.507 0.387-1,-19.901 8.118-9,-3.784 1.032-3,-1.573 0.217 3,1.382-0.605-3,7.179-2.392 1,0.386-0.316 1,1.094-0.728-1,12.672-5.210 4,-16.092 5.681 9,3.780-1.695 6,4.257-1.620-5,4.232-1.449-7,3.897-1.230 1,3.383-0.996 6,2.803-0.775-2,0.298 1.086-4,15.702 1.361 8,0.814-4.555 11,1.514-0.164-19,3.125-0.129-4,1.087-0.100-1,-0.255-0.073 0,-0.324-1.418 6,-1.210-0.774-1,-1.855-0.310-4,-2.113 0.003 2,-2.101 0.199 5,-1.925 0.306-1,2.258-0.903-2,-2.790 0.808-1,2.102 1.611 6,3.152 0.554 8,-3.706-0.053-14,0.504-0.004-2,1.431 0.001 2,1.563-0.651-1,1.745-0.992-2,2.919-1.139 7,-0.469-0.710-4,-1.677-0.480-6,-2.258-0.301 5,-3.235 0.893 0,-0.745 0.283 4,-1.997 0.897-2,7.913-2.086 7,-6.970 2.460 5,2.108-0.317-16,-16.599 1.789 7,-1.491 0.364-3,-1.636-0.020-1,-0.714-0.018-3,0.093-0.012 1,-4.563-0.014-1,-5.252-0.008 1,-2.412-0.007 2,8.277-0.004-1,-0.996-0.002 0,-7.717-0.001-5,5.600-0.001 4,-0.076-0.001 0,-20.651-0.003 0,-0.911 0.001-3,2.364-0.001 3,24.137 0.002 5,-18.933-0.001-1,1.345-0.000-8,2.540 0.000-1,-1.315 0.001 33,3.775 0.000-29,4.057 0.001-2,4.539-0.093 2,4.094-0.141 23,3.656-0.163-19,3.088-0.159-2,-0.047-0.977 5,8.670-4.904 5,2.879 1.913-2,4.494 2.891 3,-2.820 1.042-6,8.365-0.494-6,-3.645-0.211 0,12.930-3.354 1,5.418-2.076-6,-12.234 2.864 2,14.959-3.967 0,-4.108 0.211 3,1.125-1.007-6,-6.713 1.982 2,12.061-3.811 9,0.182-0.012-5,-1.161 0.571 2,4.643-1.151-8,-6.121 1.899 14,-6.640 1.961-6,-6.363 1.827-3,-5.626 1.580 24,-4.679 1.290-38,-1.501 0.253 9,-14.498 3.146 18,0.731 0.060 5,-2.268-0.657 0,2.274-0.203-8,-1.026-0.027-1,1.219-0.036 1,-4.069-0.003 0,-1.634-0.015-9,-2.193-0.011-1,2.202-0.011 2,-1.206-0.003 0,-7.049-0.006 0,-8.927-0.006-2,11.160 0.452 1,-19.579 1.897-3,-0.215 1.234 1,3.045 0.936 0,1.559 0.198 5,3.277-0.273-2,4.060-0.538-5,5.001-0.610 16,4.495-0.499 2,4.134-0.436-14,3.570-0.363 0,2.933-0.287 5,0.473 1.114 2,7.613 2.917 5,3.421-3.552-5,1.804-1.265 2,2.013-0.165-3,12.540-0.165-1,6.830-0.149-10,2.740-0.129 3,9.709-0.106-4,3.472-0.082-4,-0.663-0.061 0,-4.608-0.038 26,-0.558-0.022-25,-2.448-0.015 2,-3.576-0.008 1,-6.742-0.001 25,-3.053-0.002-9,2.078 0.127-14,-6.316 0.208 1,-5.752 0.236 6,-4.906 0.231 38,-9.762 5.552-35,-6.764-3.225 2,0.356-0.728 0,-5.305 0.076 1,0.592-0.544-4,-2.606 0.203-6,2.741-0.289 1,-0.950 0.349 0,-1.286 0.217-1,-0.833 0.107-1,-0.449 0.018 1,-0.828-0.053-1,-7.539 1.431-2,-0.990 0.253 7,-0.288-0.017 0,0.608-0.205-1,1.213-0.330 1,-3.201 0.328-2,4.333-0.717-1,4.614-0.698 1,4.438-0.634 1,3.988-0.544 25,3.396-0.446-31,13.002-0.516 14,-0.213-1.774 0,7.999-3.804 7,-2.392 0.507-17,2.981-1.302 0,-2.523 0.717 0,1.969-0.475-1,7.700-3.116-2,1.745-1.232 0,-11.756 4.957 5,21.635-9.213-6,-2.983 1.167 3,-4.677 1.882-1,-5.286 2.144 1,-5.179 2.115 4,-4.657 1.905 1,-3.923 1.611 5,-1.503 0.011-8,-13.278 3.385 5,-0.575 0.588 2,-0.853 0.669 3,-3.177 0.524 3,-8.122 2.120-4,1.358 0.530-11,2.842-0.221 0,-1.942 0.558 0,-6.242 1.200-1,-2.147 0.111-1,-15.112 3.525 0,7.190-1.179 1,-1.806 0.118-2,0.151-0.312 2,1.542-0.603-1,1.926-0.781 2,-6.374 0.589 8,5.647-1.525-3,6.327-1.417-4,6.235-1.234-3,5.674-1.019 29,4.862-0.804-12,3.965-0.604-13,24.946-7.398 10,1.484-0.204 6,2.753-0.568-11,9.105-4.359-13,3.878-2.138 0,0.327-0.593 1,3.650-0.569 13,-0.146 0.921-16,-2.466 1.757 1,-5.287 2.287 17,-5.532 2.096 3,-5.683 1.959-17,-5.323 1.715 4,-4.667 1.425 22,-3.881 1.129-34,-14.887 2.764 35,-8.692-0.213 7,0.784-0.541-20,-2.563-0.042-11,-5.517-0.029-1,-0.356-0.032 0,1.581-0.025-1,2.665-0.017 1,3.135-0.011 4,3.176-0.006 10,2.949-0.004-11,2.572-0.001 1,2.134 0.002 0,-0.191-0.015 3,24.339-2.754 36,0.601-1.456-43,2.239-0.551 0,8.931-2.786-4,3.928-1.081 0,0.515 0.058 4,-8.412 2.199 11,-0.335-0.042-12,9.103-1.895-3,-2.596 1.056 0,-13.422 2.862 22,-2.009 0.014-5,3.046-1.544-13,-3.798 0.658 12,-3.362 0.811-5,-2.829 0.849 7,-2.286 0.811 2,-0.551 0.351-6,-18.502 7.079 1,-0.388-1.009 0,-3.123 0.864-4,-11.686 2.374-37,-4.899 0.927 53,3.501-0.784-24,13.582-3.237-10,-33.315 7.480 21,-2.316-0.180-13,1.843-1.034 3,22.438-4.847 7,1.202-0.504-2,-9.347 1.166-3,3.628-1.137-4,9.099-1.368 2,2.207-0.057 1,-3.479 1.266 23,4.743-0.221-1,4.363-0.263-5,3.799-0.270-6,3.158-0.254-2,0.846 2.683 0,13.740-0.267-1,0.957-5.461 2,3.053-1.478-1,-2.047-0.553 0,1.162-0.915-6,5.469-2.695-3,0.101-1.366 1,-1.423 0.392 1,-6.016 2.572 2,6.755-3.040-2,-0.151-0.192 3,-2.259 0.819 4,-2.784 1.135 8,-2.880 1.235-16,0.046-0.151 0,-15.372 7.147 8,0.760 0.714-1,0.876-0.227-12,-5.277 1.606 20,-3.419 1.172-13,-1.533 0.260-12,6.066-2.887 16,-4.953 1.780 3,-0.840 0.440-10,-0.250 0.420 0,-2.990 1.641 0,2.187-0.626 12,2.772-0.967-10,2.937-1.113 1,2.828-1.125 0,2.552-1.049 10,0.354 0.802-13,12.634-2.344 11,0.765-2.320 1,0.863 0.160 0,2.048 0.012-4,-0.245 0.069-5,4.607-0.015-2,0.718 0.037 2,-0.089-0.589-2,-0.599-0.948 2,-1.070-0.615 0,-2.466-0.141 1,-2.655 0.113 16,-2.561 0.261-30,-0.026-1.077 22,-14.159 2.101-1,1.673 2.905-3,-7.217 3.340-1,1.577 0.503-5,-1.247 1.153 1,0.067 0.583 0,0.967-0.591-2,-0.645 0.006-1,1.314-0.703 2,-4.661 2.934-2,-0.672 0.209 2,-5.468 2.826 6,2.329-1.444-5,3.174-1.848 2,3.406-1.928-1,3.250-1.808 8,2.867-1.576-11,-0.322-0.113 1,11.713-7.757 6,0.008 0.329 0,-0.296-0.413 0,1.042 1.377 0,2.037 1.317 0,15.029-7.186-17,-0.134-1.041 15,-7.362 3.618 12,1.433-0.353-18,1.358-0.324 1,1.473-0.518-1,8.299-2.888-2,8.247-3.429-5,-7.450 3.099 15,-7.458 3.111-5,11.307-4.901-5,-2.902 0.545 6,-5.333 1.707 3,-5.413 1.900 0,-5.028 1.866 4,-4.377 1.694 11,-3.616 1.448-22,-10.618-0.959 10,-1.210 4.527 0,-2.299 0.148 6,0.005-0.009-2,-1.106 0.022-11,-0.583 0.003-1,-0.676-0.014 1,-1.555-0.025 0,-5.159 0.023-1,6.738-0.138 0,-6.155 0.020 2,-1.715-0.033 1,-7.694-0.009-4,10.278 0.382 3,4.946-0.028 1,-26.153 1.667-8,-1.580 0.341 4,1.867 0.000 3,-2.252-0.209-5,1.012-0.320 0,2.937-0.363-4,3.741-0.290 33,4.488-0.192-31,4.934-0.129 2,4.810-0.079 1,4.343-0.043 14,3.702-0.017 7,3.000 0.002-17,-0.310 0.900 0,4.634 3.951-1,1.102 1.449 6,0.832 0.330 11,3.939-1.750 0,2.514-4.562-15,5.312-0.791 0,-2.124-0.299-2,3.698-0.056-1,2.040-0.041 0,5.867-0.028-1,1.699-0.014 1,-0.394-0.004-3,-2.688 0.011 5,-0.401 0.003-1,-1.167 0.004-3,-1.617 0.007 0,0.511 0.003 15,-3.877 0.009-9,-3.353 0.008-4,4.160-0.001-1,0.426 0.003 16,0.013 0.003-8,3.139 0.002-5,-0.904 0.002-2,0.933 0.002 0,-1.103 0.001 1,-1.590 0.001 4,-2.045 0.000 1,-2.664 0.000-1,-2.582 0.000 7,0.791 0.001-18,-15.266 0.000 17,-1.224 1.421-1,-0.385 0.758-7,-1.332 0.285-2,-10.699 3.208-4,-5.772 1.974 0,-2.252 1.052 4,-5.507 1.258-8,-1.442-0.059-1,1.188-0.866 1,10.681-2.182 9,-6.068 1.804 9,3.750-1.019-16,4.580-1.269 2,4.707-1.314 17,4.392-1.234 6,3.829-1.080-19,0.113 0.246 0,15.664-3.150 4,-0.744-0.585 0,-0.188 0.544 3,4.163-3.503-19,-1.173-1.189 47,-1.950 0.825-34,-0.532 0.535 0,-0.724 2.333 0,1.394 1.645-1,2.222-1.185 6,-1.682-1.312-1,-0.599 0.046-4,5.544-1.227-3,3.972-1.045 0,3.641-1.297-1,-3.315 0.573 1,16.477-4.759-3,-4.621 1.831 1,-14.262 3.839 3,26.248-8.246-6,-1.649-0.075 4,-4.253 0.941 0,-5.541 1.504 3,-5.908 1.733 4,-5.667 1.742 0,-5.062 1.607-4,-4.283 1.393-1,-0.981-0.285 1,-14.239 3.429 4,-1.548 2.411 0,-0.283 1.729 17,2.723-0.803 14,0.431 0.146-33,-3.095 3.073-2,3.177-0.469 1,5.178 1.286-48,10.481-6.119 98,-1.272-3.358-48,1.592-1.337-1,5.189-2.405-3,2.784-1.437-2,1.068-0.720-1,8.326-1.559 5,3.722-0.604-8,0.575 0.033 4,-4.121 1.798 7,0.656 0.230-9,-0.632 0.610-1,-1.493 0.841 0,-3.008 1.259 12,2.614-1.249 4,-11.594 3.027-12,7.829-1.855-2,-1.635 0.696 2,-3.952 1.242 34,-3.887 1.173-24,-3.509 1.032-6,-2.977 0.856 0,0.082 1.030 0,-8.059 6.128 3,-2.650-1.003 0,-2.103-3.579 3,-4.474 2.973 3,0.978-1.132-11,-15.143 5.770-5,-6.231 2.030-2,-2.171 0.298 3,0.925 0.224-1,2.711-0.625-2,4.129-1.290 1,4.690-1.604 2,4.663-1.671 2,4.280-1.582 26,3.696-1.399-24,0.487 0.457 0,14.743-3.738 4,6.658-1.195 2,-2.198 0.462 2,1.398 0.040 1,-6.894 0.139-4,11.210-0.068 3,2.425 0.032-12,1.069 0.029 0,0.064 0.027 4,4.117-1.236 0,-2.285-0.665-1,-3.326-0.264-2,-3.718 0.010 1,-3.677 0.179 21,-3.361 0.273-18,-2.902 0.311-1,-13.910-2.018 4,1.982 3.533 5,0.097 1.411 2,-4.309 3.657-4,3.270 0.764-39,3.065-0.538 67,1.862 0.994-34,3.103-0.232 0,14.652-4.875 6,-1.386-2.754-7,2.470-0.448-3,1.752-1.632 1,-0.922-0.622-2,-1.800-0.031 1,-2.194 0.339 2,-2.251 0.536-1,-2.099 0.613 10,-2.525 0.611 2,-0.851-0.567-13,-19.815 3.094 16,3.596 2.925-3,-0.506 1.150-9,-0.826 2.204-4,0.473 1.250 2,1.232 0.553-4,1.595-0.130 7,1.688-0.539 2,1.604-0.748-2,1.414-0.812-1,-0.397 3.954 2,4.336-3.492 2,4.483-2.668 2,3.601-2.141 0,1.908-1.338-4,1.946-0.511-3,-4.883 0.067 1,-0.729 0.297 1,3.567 1.554-2,-4.004 1.503 1,-6.100 5.617 5,-9.986-3.570-4,-5.422 1.205-1,-3.000 0.654-2,-8.658 3.027-6,-4.465 1.469 0,-1.508 0.388 3,-4.103 0.973 6,-1.633 0.139-13,1.392-0.894 2,-1.585 0.561 19,3.343-1.257-10,4.567-1.760-8,5.650-1.922 3,5.843-1.861 34,5.476-1.667-30,4.786-1.408 17,1.778 0.015-30,18.322-2.369 39,0.782-0.938-10,5.798-1.447-10,4.000-1.362-9,2.088-1.228 0,0.651-1.068-1,0.964-0.827 3,-1.328 0.014 0,-8.507 1.736-3,4.366-1.639 1,-1.191-0.124 2,-1.466-0.068 0,-1.595-0.025 17,2.444-1.865-2,-3.650 1.045-8,-3.409 1.263-3,-2.952 1.279 0,-2.413 1.172 0,0.297-0.477 4,0.617 4.112 0,0.899-3.719 2,-1.411 0.374-2,1.548-0.615 1,3.350-2.191-5,2.195-1.591-4,1.091-1.000-1,10.582-6.458 0,-0.894 0.645 0,0.290 0.054-2,-1.134 0.975 4,-5.213 2.358 4,2.980-2.846-7,-4.132 1.969-2,-3.971 2.192 5,-3.516 2.128 13,-2.925 1.899-1,-0.282-1.050-2,-9.937 1.967-6,3.706-1.906 0,8.048 5.000 23,-14.602 1.108-22,-0.308 1.435-4,1.888 3.846-2,-4.705 4.095 3,-0.215-0.647-1,-1.236 0.128-2,-0.703 0.107-1,1.072-0.845 4,1.600-1.013-2,1.790-1.030-1,1.759-0.954 4,-1.526 2.419 2,3.828-0.131 0,4.346 0.621 3,1.172-1.695 0,3.871-2.915-1,8.806-3.246-5,2.437-1.252-1,1.669-0.426-1,7.351-4.771-4,3.282-2.856-1,0.498-1.439 2,-10.830 3.482 9,-0.846-0.226-7,5.496-2.522-2,-0.652-0.122-2,-1.551 0.535 1,-2.065 0.944 16,-2.288 1.167 0,-2.303 1.245-7,-0.664 0.467-5,-3.552 1.599 32,-3.188 1.352-40,-0.315-0.012 0,-13.875 3.665 22,0.965 1.424-2,-4.748 3.013-3,3.537-1.403-7,-0.069 1.437-1,-0.737 0.769 0,-4.177 2.975 1,2.954-2.127 0,-0.049-0.274-2,-2.867 1.372 2,-0.932 0.424 1,-0.049 0.081-5,-0.209 0.208 9,1.990-1.186-6,2.282-1.377-1,2.250-1.369 1,-1.055 1.082 1,14.080-4.575 8,3.176-1.326 1,3.738 0.226-3,-5.283-0.008-6,0.181-0.001-1,-0.114-0.001 0,-0.585-0.001 0,-0.953-0.001 1,3.258 0.000 2,-3.597-0.002-1,0.577 0.000 1,-0.382 0.000 0,0.201 0.000 0,-0.114 0.000 1,0.153 0.000 0,0.186 0.000-1,2.570-0.237-1,-1.163-1.378-1,-2.565-1.590-1,-1.917-3.108 3,-6.576 0.849 0,-3.207 4.894 0,-0.027 3.706 1,2.470 1.840-2,-0.898 1.323-2,-2.226 2.499 2,-0.470 0.305-6,0.368-0.684 3,0.840-1.225 1,1.052-1.442 1,-1.911 1.536 1,3.386-12.851 2,8.582 0.435 2,5.543-2.516 3,-4.498 2.091-10,1.230-3.885 0,0.233-1.871 2,-0.400-0.784-2,1.458-1.704 1,0.340 0.604-2,-0.083 1.476 2,-1.243 0.830 3,-0.998 0.551 1,-1.119 0.801-5,-1.117 0.902 6,-1.252 2.251 0,-0.157 0.424-2,0.020 0.330-3,0.944-1.204 1,-0.397 1.194 3,1.970-2.047 1,-0.571 3.007-2,1.140 5.434 0,0.330-0.414 0,-4.535 5.814 2,-1.400 1.346 0,0.536-0.271-3,1.560 0.726-2,3.114 0.810 0,2.520-2.066 1,-0.193-2.566 1,-1.909-2.187 0,0.829-1.399 0,-0.565-1.478-1,0.729 0.849 1,1.298 0.499 3,-1.974 0.736-1,-1.002 1.658-3,-0.629 2.034 0,0.231-0.099 0,-3.063 2.221 2,2.398-0.499 1,0.346-0.422-1,-0.449 1.164-3,-1.467-1.261 1,-0.924-0.012 0,-1.757 0.799 1,-0.282 0.148 0,0.252 2.749 2,0.012-0.626-1,-0.000-0.091-3,0.000-0.981 1,-0.002-1.568 0,-0.002 1.718 0,0.000 3.007 3,0.000-0.552-2,2.193-0.465-2,0.055-3.614 2,0.106-0.077 1,0.767 1.315 0,0.467 1.096-3,0.068 0.419 1,-0.197-0.055 2,0.063 0.531-3,-0.606-1.466 0,-0.625-1.670 7,0.623 1.792-12,-2.199-14.875 13,-0.690 0.110-1,-0.025-1.623-5,0.000 0.113 0,0.000-1.101-1,0.000-1.820-1,0.000-0.687-2,0.000 0.068 1,-1.547 0.106 2,-1.170 0.134 2,-0.843 0.599-1,-0.573 0.853 2,0.363 1.495-3,0.192 0.338-1,-0.133 1.437 0,0.309 1.062 0,0.006 0.092 2,-0.587-0.687 3,-0.150 0.072 2,-0.179 0.066-5,-1.305-1.628 0,0.554 0.602-1,0.764 0.714 0,0.833 0.724 1,-1.146-3.577-1,1.831 3.675 2,-2.991 0.331 4,-0.138 2.589-2,2.262-2.536-2,4.062-1.500-1,-7.137 5.356 0,-0.347 3.402 1,-0.483 3.278-1,1.833 2.205-5,0.274 2.093 4,0.626 0.941 1,0.789 1.550-4,0.824 0.368 2,0.775-0.389-1,0.684 0.629 2,0.566-0.221 5,0.448-0.726-8,0.337-1.643 6,0.237-1.839 1,0.160-1.909 3,0.252 1.418-13,0.750-14.114 13,0.168 0.046-1,2.803-3.759-5,-1.811 3.263-1,1.111-1.416-1,-0.689 2.200 0,3.471-6.795-1,1.263-2.176 1,-4.347 8.598 2,5.718-11.353-3,-1.630 2.697 0,-1.457 2.870 0,5.986-14.974-4,0.035-1.700 8,-0.954 0.902-2,-0.715 1.167-4,-0.765 1.003 2,-4.095 10.898-2,-0.465 0.697 1,0.677-3.416 3,-0.864 1.291 7,0.021-2.348-1,-1.286 3.513-5,-1.056 3.487 8,-0.829 3.177 4,-0.384-0.586-19,-2.906 14.671 12,1.591 0.483 0,-3.294 0.507 0,0.430-0.819-4,-1.423 2.085 1,-1.403 1.082-3,-1.780 4.532-1,-0.436 2.088-4,0.429 0.410 2,-1.126 0.910 6,-0.371 0.362-8,0.453-0.663 1,0.008 5.318 4,0.643 1.203 3,0.617-0.739-2,1.019-1.903 3,1.186-2.461-8,1.187-2.597-1,1.559-4.800 3,0.624-1.478 1,0.544-1.297 9,0.458-1.104 0,0.314 0.099 17,0.429 1.723-32,2.340-14.799 13,-2.039-0.297 1,0.039-5.372-8,0.000 2.960 0,0.000-5.650-2,0.000-2.391-1,0.000-0.546 1,0.000 4.176 4,0.000-0.267-3,0.000 0.042 0,0.000 0.257-1,-0.393-3.274 1,-0.614 1.205 5,-0.712 1.889-1,-0.494 2.369 1,-0.517 1.583 0,-0.442 1.395 0,-0.362 1.179-2,0.308 1.298 1,-2.583-4.218 2,0.663 0.609 9,2.124 3.847-14,1.905 11.409 5,-2.578 4.090-1,-2.424-0.738-5,-1.149 2.461-1,0.784-0.413 1,-0.485 0.982-1,1.602-2.233 2,0.234 0.660-1,-4.619 9.227 1,-0.371 0.914-1,0.621-0.734 1,0.955 0.520 2,1.518-1.177-2,1.543-1.714-4,1.421-1.885 10,1.755-5.394 4,0.567-0.831-11,-0.927 0.824 0,-0.302-1.536 1,0.165-2.264 7,-1.722 0.927 11,-0.448-13.065-13,5.216-2.569-1,0.057 0.971-1,0.288-0.650 1,2.655 0.651-3,1.413 1.238-2,0.895 1.735 4,-1.961 9.642 0,-3.916 1.461 2,-0.778 0.180-4,-0.562-1.231-1,-0.318 0.933 1,-0.096 0.455 0,-0.013 1.514-5,0.177 0.594 6,0.240 0.134-2,-1.170 1.752-1,-0.366-0.794 6,0.032-1.545-4,0.280-1.889 1,-1.628 1.678 3,-0.130-14.160-2,4.863-2.526 1,0.001 1.613-1,-0.054-2.409 1,-0.097 2.237-1,-0.010-0.811-1,-0.008-0.404-2,-0.013 1.327 1,0.001-6.612-2,0.747 1.275 0,0.495-1.913 0,1.097-1.538 2,0.669-1.195 1,0.332-0.473-4,0.081 0.066 3,-0.108 0.019-2,0.699-5.945-1,-0.592 1.139 3,-0.654 2.033 1,-0.636 0.962 4,-0.571 1.647-3,-0.486 1.928-4,-0.389 1.971 8,-0.301 1.831 1,-0.216 1.589-9,-0.147 1.851 3,-0.198-3.255 6,-0.110 4.261-3,-0.151 0.177-1,-4.854 1.388 0,-3.486 4.021-2,-2.425 0.143 1,0.902 0.255-2,-1.641 0.077-2,-2.986 0.875-1,-2.202 0.597-1,-3.909 2.473 6,-1.081 1.703-7,0.202 1.126 2,1.077 0.666 1,4.628-0.904-1,0.988 0.325 7,-4.910 3.428-8,3.622-0.821-1,3.675-1.269 2,3.396-1.439 8,2.942-1.423 2,0.234 1.289 1,12.226-3.630-3,0.752-4.012 2,1.597 1.162 0,2.044-6.773 6,-3.686 2.204-12,-0.079-1.159-2,-0.583-0.056-1,-0.861 0.640 0,-0.959 1.018 2,1.465-0.848 4,-2.119 12.073-2,-4.157 0.166 0,-2.806-0.222 0,-2.170 2.613-2,-1.344 1.265-1,-6.306 7.841-2,-3.225 4.196-4,-1.053 1.602 8,-0.691 1.233-8,-3.762 5.397-3,0.026 0.425 0,8.468-12.142 10,0.547-0.930 8,-0.703 1.225-10,1.455-1.538 4,-1.164 2.442-6,2.867-3.923 1,2.641-3.859 13,2.283-3.500 16,1.869-2.983-32,0.331-0.509 3,5.891-12.624 9,-1.134 0.955 2,3.061-4.151 1,-0.848 5.147-5,0.602 0.038 0,3.962-3.599-51,-2.353 2.817 50,0.427-0.293 39,0.896-1.170-41,-0.573-0.043 0,-0.852 0.087-2,1.279-3.884-1,-2.651 3.409 4,-0.329 0.902 0,-0.185 1.107 1,2.214-2.469-1,-2.025 2.587-1,-1.164-0.092 2,-2.394-1.898 1,-0.972 0.783-2,0.210-0.791 0,0.217 0.787-1,-0.024-0.651 0,-1.571 1.235 0,-4.499 4.673 0,-1.619 1.850 1,1.275-0.369-1,-1.293 0.737 0,2.178 1.976-1,-0.571 1.540-1,0.722 0.109 2,-0.156 0.586 0,-0.106 0.432-2,-0.309 1.347 1,-2.416 4.114-1,-0.432 1.280 0,0.479-0.005 4,0.999-0.799-6,1.238-1.219 1,1.278-1.376 1,0.723-1.107 0,0.318-0.847 1,0.046-0.617 0,0.300-0.877 5,-1.891 2.050 2,0.676-2.961-1,4.887-10.401-2,-0.017-0.181 1,5.907 0.963-2,4.856-0.357-25,-0.876 0.139 41,1.489-0.994-21,0.647-0.563 0,0.662-0.403-1,3.095-1.726-1,1.073-0.504 0,-1.363 0.502-1,0.437-0.778 5,-2.045 0.867 3,-0.224-0.259-2,-2.464 1.221-3,-0.684-0.083 1,6.147-7.293 6,-2.282 0.713-5,-2.177 1.675 0,-2.122 1.789 4,-2.522 2.398 0,-2.252 2.244 4,0.199-1.145-13,-11.880 7.639 12,-0.050 0.344 2,-1.216-0.206-2,-7.519 0.004-3,3.938 0.000-5,-1.274 0.000-1,-4.928 0.000-1,5.835 0.000 1,-1.415 0.000-1,-7.208 0.000-2,-8.040 0.000 3,10.839 0.000 4,-0.734 0.000-3,-6.973 0.000-2,0.483 0.802-1,18.414-0.569 4,-27.887 2.319-3,1.440 1.038 7,3.163 0.785-7,5.585-0.171 12,4.025-0.243-9,3.906-0.447-3,3.541-0.547 0,3.048-0.566 2,2.505-0.541 9,-1.307 0.486 4,2.131-1.109-3,-0.744-1.598 1,-5.814 0.043 0,5.168 0.209-10,-0.360 0.020-1,-2.816 0.495 1,-1.333 0.747-2,-0.302 0.837 1,-0.005 0.183 5,0.091 0.036-7,0.632-0.140 0,0.935-0.241 2,0.798-0.010 5,0.688 0.320-2,1.033 0.440-3,-3.008 1.413 3,3.455-1.232 4,0.633-0.337-5,0.674-0.405 1,-4.342 0.803 1,1.086 2.064-3,-1.319 0.762 4,3.831-2.292-3,-0.412 0.436-1,-1.509-0.049 1,-0.632-0.342-3,-0.043-0.497 1,1.789 0.170 1,0.411 0.238 3,0.460-0.037-2,0.469-0.219-2,0.865-0.224 4,-0.031 0.326-1,-1.878 1.201-2,0.167-0.275 0,0.266-0.511 2,1.378-1.237-1,-5.200 2.076 1,0.530-0.421-1,-0.030-0.078 2,0.893-0.321-4,1.376-0.439 1,1.547-0.473-1,-2.139 1.375 2,3.672-0.283-1,6.105 2.308 0,-0.507 2.526 4,-0.585-1.091 3,0.173 1.391-3,1.214 0.980-6,1.565-1.344 2,4.472-2.454 0,4.413-2.809 2,-2.864-1.966 1,2.127-0.331-5,-1.996-0.405 1,0.598-0.140 0,11.463-0.044-3,1.105-0.269 0,-0.711-0.176 3,-8.096-0.026 0,-0.704-0.030 1,2.523-0.064-1,-1.168-0.011 0,0.798-0.027-2,-1.894 0.019 14,-1.785 0.030-5,-1.464-1.486-4,-1.613-0.748 1,-1.344-0.238 3,-1.066 0.092-3,3.870-1.514-1,-0.809 1.489 0,0.141 1.195 1,-2.541-0.883-1,0.894-1.276-2,0.415-0.935 0,0.079-0.203 1,-0.128 0.266-1,-0.251 0.534-1,0.450 0.816-1,0.420 0.591 3,0.076 0.560 2,-1.045-0.419-1,-0.324-0.275 0,-0.383-0.030-2,-0.403 0.137 1,0.194-0.293 1,-0.496-0.118-1,-0.461-0.176-1,-0.401-0.197 0,3.876-2.974 1,-2.112 1.726 1,0.610 1.031 1,0.154 1.644-1,0.248-2.935 0,-1.088-0.761-1,0.261-0.979 0,-0.120 0.695-2,0.439 1.430 1,4.901-1.967 3,-4.159 2.988-1,0.069 0.329-2,-0.405 0.459 0,-0.658 0.499-1,-0.761 0.483 0,0.372 0.479 1,0.391 0.326-1,0.124 0.268 3,1.800-1.171 5,0.267-0.544-5,-0.341-0.139-4,-0.682 0.120 3,-0.834 0.268 0,2.555-0.403-2,-0.516 0.348-1,-0.553-0.983 7,4.116-0.990-1,-3.223 1.614-4,0.311 0.264-1,-0.792 0.559 1,0.219 0.248 0,-0.140 0.244 0,-0.387 0.228-2,2.227-1.122 4,-0.005-0.474 2,-0.409-0.121-6,1.806-0.044 4,0.560 0.299 2,0.191 0.380-8,-0.558 0.397 9,-0.968 0.376-6,-1.143 0.329-1,-1.127 0.275 1,-1.019 0.218 2,-0.872 0.162 3,0.243-0.328 0,-0.514-0.607 0,-0.937-0.726-1,0.694-0.290-1,0.302-0.001-1,0.035 0.182 1,2.632 0.274 0,1.247 0.312-4,0.289 0.307 2,-0.326 0.279 2,-0.679 0.238-4,-0.835 0.194 0,-1.281 0.163 1,-0.086 0.084 2,-0.309 0.063 2,-0.441 0.046 0,-0.168 0.033 1,-0.423 0.021-3,-0.372 0.011-2,1.652 0.012 0,-0.042-0.004 4,-0.491-0.007 1,-0.725-0.010-3,-0.808-0.011 1,4.281 0.011-3,-1.047-0.027 0,-0.822-0.017 5,-1.215-0.008-1,-1.041-0.003-1,3.791-0.000 0,-4.015 0.002-1,0.081 0.001 1,-0.257 0.000-1,4.677-0.001-4,-2.070 0.002 3,-1.810 0.000 1,1.896 0.000 2,-0.483 0.000 0,0.005 0.000-1,-0.842 3.652-2,-4.284 1.960 3,-0.900 2.528-1,-1.787-1.853-3,-0.750 0.251 0,0.471 1.599 3,2.724-2.845-1,1.461 3.461 1,-0.702 2.209-1,-1.210-0.567-2,-1.033-1.207 0,-0.768-0.945 1,-0.478 0.510 0,-0.229-0.418 3,-0.095-0.611 0,-0.028-0.239-3,0.018-0.357 0,0.039-0.716 1,0.037 0.323 1,0.025 2.565 0,0.016-0.028 0,0.006-0.961-1,-1.400-0.715-2,-2.688 0.632 2,-1.338-1.436 1,-0.031-2.440-1,-1.891-1.496 0,0.369-2.408-1,-2.722-0.772 2,1.441 0.094 1,0.065 0.073-3,-2.942 0.034-1,4.229 0.077 2,-0.151 0.013-1,0.032 0.011 1,-0.180 0.009 0,0.830 0.007-1,-3.555 0.007 0,3.301 0.006 1,0.596 0.005 1,-0.647-0.003-1,-0.601-0.009 2,-0.817 0.000 1,-0.002-0.319-3,0.155-1.279-2,4.230-4.189 3,4.357-0.702 0,-0.415-3.823-1,-0.198 3.391 0,-0.009-0.754-1,-0.011-0.125 0,-0.005 0.284-1,-0.004 0.528 0,0.215-0.253 0,0.342-0.086 0,0.404 0.209 0,0.415 0.390 5,0.396 0.480 1,0.527 0.217-4,2.691-2.822-2,-0.045 3.898 1,1.848 2.375 3,1.502-1.119 3,0.263-0.746-3,1.331 0.836-4,0.146 1.258 1,0.295 1.066 0,0.910 0.637 0,-2.410-0.345 1,-1.361-1.823 1,-4.887-2.810 0,-3.035-0.506-1,-0.203-0.178 1,0.521-0.466 1,5.963 0.445-2,1.957 0.964 0,0.404 0.119-2,-2.157 0.947 1,-1.251-0.670-1,-3.396-1.368 2,-1.913-1.847 1,-2.327 1.843 1,-2.554 2.983 1,-3.692 1.233-3,2.214 1.440-2,-0.830 0.181 1,-0.379 0.151 0,1.563 0.167-1,-6.832-1.229-1,1.486-0.102 0,1.934-0.158 0,-9.403-2.166 2,7.162 1.396 0,-5.845-0.894-1,-6.418-0.676 0,9.562 1.749-1,-0.451 0.173 0,-0.172 0.189 1,-11.377-0.714 1,0.692 0.548-3,1.064 0.615 7,-0.045 0.362-5,0.981 0.311 2,1.613 0.257-3,0.330 0.200 11,1.840 0.167-14,2.166 0.122 1,0.263 0.093 0,2.077 0.056 21,2.250 0.029-13,2.193 0.007-2,2.000-0.005 7,1.592-0.110-8,-2.001-0.523-3,4.958-3.718 8,7.121-1.881 2,2.522-0.067-2,0.755 3.172-5,10.883-3.013-2,0.161 0.839-2,2.636-0.350 1,16.287-5.365-6,5.260-1.611-3,0.751 0.055 0,4.949-0.797 13,0.079 0.170-15,-2.924 0.754 1,-4.025 1.018 25,-5.795 1.100-11,-6.396 1.054-9,-6.300 1.415 2,-5.712 1.519 8,-4.871 1.454 27,-3.946 1.294-29,-1.802-0.413 0,-12.529 3.067 1,0.458 1.990 14,0.992-0.535-2,-0.173 2.966-7,-5.240 1.711-2,3.687-2.004-6,-0.518 0.450 0,-1.411-0.039 0,-0.507-0.338-1,0.094-0.494 1,-0.939 0.877 2,-0.073 0.222 2,0.468-0.199-4,-2.091 0.982 5,-0.638 0.204-7,0.306-0.294 3,-0.587 0.766 4,0.333 0.013-7,0.876-0.451 0,0.617-0.929 6,0.361-0.696 2,0.681-0.696-8,0.214 0.871 6,1.025 0.125 2,0.984-0.233-6,1.325-0.321 5,1.476-0.370-1,-1.977 1.740-4,3.421 0.348 3,4.962 1.142 1,6.020 2.503 1,1.557-5.568-1,1.509-0.216-4,2.012-0.363 0,0.730-0.422-1,-0.120-0.423 0,-0.823-0.359 1,-1.930-0.357 3,-2.128-0.288 9,1.197-0.082-18,-22.575 2.785 17,0.255 0.947-10,-2.827 0.917-3,-1.398 0.555-2,-12.121 3.533-4,-8.047 2.067 0,-4.336 0.800 2,-21.994 6.793 3,-3.456 0.895-16,2.189-1.102 2,2.237-2.240 12,6.272-2.752 12,8.229-2.838-19,4.015-1.010-1,7.244-1.648 64,7.778-1.718-58,7.413-1.605 33,6.540-1.400-10,5.432-1.149-17,4.282-0.896 3,13.153-2.265 0,-0.451 0.318 2,2.115 0.646 3,3.209-0.071 20,1.810-0.476-19,3.458-0.726-10,1.199-0.822 0,1.048-2.209 2,-0.472-1.451-99,-1.369-0.866 102,-2.535-0.035 85,-3.233 0.570-81,-3.304 0.862-4,-3.065 0.966-2,-2.465-1.433 4,-10.855 2.311 2,-5.364 2.869 5,3.974 0.459-11,0.132 0.044-1,-2.364 0.035-1,0.056 0.002 0,-1.642 0.010 0,-15.913 0.056 0,-6.031-0.002-3,-2.755-0.010-4,-0.329-0.015 4,-9.558 0.000-1,1.359-0.027-5,3.890-0.024-1,4.679-0.124 3,6.757-0.179 25,6.706-0.197-6,6.149-0.196-14,5.316-0.176 1,4.379-0.152 9,0.637-1.285 0,11.553-4.304 10,3.664 0.918-3,-1.710 1.709-4,0.946-0.446 1,1.338 0.183 1,1.358-0.284-11,0.810-0.260-2,-1.709 0.746 0,0.570-0.233 2,5.307-2.732 2,0.351-0.494-7,2.366-1.607 2,-2.061 0.818 5,-2.559 1.176-2,-2.622 1.282-1,-2.426 1.231 1,1.097-1.432 1,-6.580-0.009 3,-3.490-0.153-1,7.883 2.315 6,-1.695-1.904-3,-0.842-1.485 1,-0.884 0.306-8,0.919 1.533 1,1.428-1.093 1,3.123-2.450 2,-3.839 3.862-2,2.404-3.604-1,-1.753 1.770-2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24T21:29:28"/>
    </inkml:context>
    <inkml:brush xml:id="br0">
      <inkml:brushProperty name="width" value="0.0529194456206428" units="cm"/>
      <inkml:brushProperty name="height" value="0.0529194456206428" units="cm"/>
      <inkml:brushProperty name="color" value="#f9fbf8"/>
      <inkml:brushProperty name="ignorePressure" value="0"/>
    </inkml:brush>
  </inkml:definitions>
  <inkml:trace contextRef="#ctx0" brushRef="#br0">18813.000 10510.000 767,'-6.211'0.000'0,"-0.015"0.000"0,0.036 0.000-5,-2.423 0.000 3,2.078 0.000 1,-1.096 0.000 0,-0.270 0.000 1,-4.200 0.000-2,-2.302 0.000 0,-0.684 0.000 0,-5.163 0.000-2,-1.959 0.000-1,0.179 0.000 3,-2.706 0.000 2,-0.071 0.000-7,1.561 0.000 1,1.260 0.000 18,-0.799 0.000-19,0.310 0.000 1,1.045 0.000 10,-1.111 0.000 0,4.491 0.000-9,0.081 0.000 0,-1.451 0.000-1,4.338 0.000 18,-6.592 0.000-6,-0.892 0.000-8,-1.130 0.000 1,5.200 0.000-3,-11.646 0.000 1,-0.077 0.000 0,1.498 0.000 3,2.473 0.000-3,15.033 0.000 2,-17.947 0.000-1,2.815 0.000-1,3.849 0.000-2,4.167 0.000 32,4.015 0.000-29,3.582 0.000-1,3.017 0.000 1,-1.043 0.000 0,2.293 0.000 3,0.114 0.000 11,-0.930 0.000 3,-0.432 0.000-11,-1.033 0.000-5,-0.164 0.000 0,-1.487 0.000 0,-1.476 0.000-1,1.383 0.000 1,1.244 0.000 1,1.320 0.000 8,1.282 0.000-12,13.122 0.000 8,1.511 0.000 0,1.454 0.000-7,1.471 0.000-1,-4.668 0.000 2,6.625 0.000-1,2.305 0.000 1,0.774 0.000-1,-0.286 0.000 0,-1.742 0.000 3,-3.133 0.000-3,0.213 0.000 0,0.099 0.000-1,0.235 0.000 1,2.326 0.000 4,0.430 0.000 2,6.283 0.000-1,-0.718 0.000-4,0.903 0.000 3,-2.099 0.000-4,-2.756 0.000 1,-2.914 0.000 4,-2.761 0.000 2,-2.429 0.000-1,1.979 0.000-5,-3.431 0.000 0,0.730 0.000 8,1.492 0.000 6,0.492 0.000-8,2.657 0.000-7,-3.850 0.000 1,0.334 0.000 1,0.090 0.000 1,-0.526 0.000 0,-0.701 0.000-1,-0.757 0.000-1,3.982 0.000 1,-3.221 0.000 7,-13.963 0.000 0,-1.828 0.000-4,1.744 0.000-4,-8.331 0.000-2,-4.757 0.000-2,-2.154 0.000 4,-7.406 0.000-6,-2.987 0.000-2,-0.011 0.000 1,-3.320 0.000 15,1.075 0.000-16,10.007 0.000 3,-12.231 0.000 22,-0.186 0.000-24,2.106 0.000 12,9.416 0.000 0,1.365 0.000-6,1.864 0.000-3,1.597 0.000 0,-4.711 0.000 15,3.483 0.000-1,3.900 0.000-13,3.832 0.000 18,3.465 0.000-9,2.953 0.000-4,-1.596 0.000-3,3.604 0.000 2,12.810 0.000 12,1.206 0.000 2,2.384 0.000-11,17.875 0.000-8,3.321 0.000-2,3.329 0.000 1,0.825 0.000-2,6.240 0.000-3,-1.345 0.000 1,-2.140 0.000 0,-3.294 0.000 31,-4.490 0.000-22,-5.659 0.000-5,-5.365 0.000 25,-4.996 0.000-22,-4.359 0.000 13,-3.608 0.000-22,-13.768 0.000 28,-3.079 0.000 4,2.847 0.000-15,-2.003 0.000 0,0.561 0.000-7,-2.419 0.000 0,1.713 0.000 1,-1.073 0.000-2,-11.106 0.000 1,7.926 0.000 3,-0.688 0.000-2,-0.593 0.000-1,-1.837 0.000-1,-1.866 0.000 1,5.655 0.000 1,-21.904 0.000-1,-2.058 0.000-1,0.335 0.000 0,1.932 0.000-3,19.852 0.000 5,7.619 0.000 1,-30.300 0.000-2,4.404 0.000-4,5.601 0.000-1,5.864 0.000 27,5.540 0.000-5,4.874 0.000-13,4.055 0.000-4,15.911 0.000 6,-2.222 0.000 3,1.567 0.000 10,19.352 0.000-10,10.587 0.000-12,4.306 0.000-5,8.897 0.000-3,2.602 0.000-1,-1.492 0.000 0,3.540 0.000 17,-2.039 0.000-5,-5.299 0.000-11,-6.841 0.000 34,-7.215 0.000-17,-6.839 0.000-10,-6.670 0.000 1,-6.006 0.000 68,-5.096 0.000-82,-1.703 0.000 15,-14.902 0.000 8,-0.645 0.000 13,-3.930 0.000-1,-2.966 0.000-16,-2.141 0.000-4,-4.840 0.000-1,7.565 0.000 2,-12.901 0.000-3,-12.908 0.000-3,-4.447 0.000 13,0.039 0.000-9,0.482 0.000 0,3.477 0.000-3,5.031 0.000-1,6.201 0.000 1,6.403 0.000 30,5.988 0.000-16,5.234 0.000 10,4.328 0.000-30,15.257 0.000 33,6.307 0.000-2,2.068 0.000-12,8.700 0.000-8,3.682 0.000-4,0.283 0.000 3,3.805 0.000 4,0.043 0.000-9,-2.277 0.000 1,-3.768 0.000 25,-4.369 0.000-22,-4.375 0.000 1,-4.012 0.000 1,-3.453 0.000 1,-2.817 0.000 14,0.034 0.000 1,-14.334 0.000-1,-9.643 1.131 4,3.440 0.950-20,-1.213 0.775 1,-0.342 0.612-2,-5.863 0.945 4,-1.135-0.112-4,0.400-0.389 0,-0.181-0.297 10,2.050-0.443-4,2.774-0.403-4,3.002-0.345 0,2.906-0.282 3,2.615-0.219 8,-1.138 1.482-2,9.183 2.590-6,17.735-4.456 23,-1.817-1.043-27,1.940-0.161 1,-11.420-0.228 2,15.908 0.205-5,-0.080 0.120 0,-2.125 0.173 2,-3.160 0.188 9,-3.495 0.181-1,-3.380 0.162-5,-3.006 0.133 0,0.756 1.560-1,-10.581 3.781 3,-7.399-4.600 17,2.350-0.303-5,-1.075 0.226-13,-0.781 0.071-1,-0.534-0.044-1,-0.734-0.125-1,0.962-0.074 3,-0.192 0.340-2,-4.784 1.768 0,1.537 0.189 5,2.045-0.072-2,2.175-0.229 0,2.063-0.301-1,-1.292 2.514 1,4.595 0.646 2,11.231-2.345 3,-1.282-3.755 2,1.795-0.152-5,3.585-1.364-5,-0.532-0.334-1,1.609-0.318 0,-2.601-0.094 1,5.654-1.206 0,0.725-1.107 3,0.467-0.598-3,-0.092-0.205 1,-0.487 0.083 0,3.848-1.326-1,-2.611 0.439 0,-2.895 0.508 5,-2.823 0.508-1,-2.548 0.464-1,-2.162 0.401 1,-2.217 0.562 1,-0.404-1.389-1,-10.974 1.102 10,-4.839 3.311 4,1.581 0.236-18,-2.903 0.041-1,-1.992 0.023 1,-1.256 0.008 2,8.287-0.060-1,-10.159 0.046-2,-1.984-0.006-2,-1.030-0.009 0,-9.626 0.484 7,0.255 0.710-3,2.183 0.804-5,2.328 0.321 0,3.648-0.002 15,4.155-0.203-13,4.119-0.308 3,3.754-0.349 24,3.211-0.343-24,13.382 1.000 4,2.616-2.315 2,1.984 0.022 0,-0.628 0.040-1,4.993-0.924-4,3.715-0.589-3,2.061-0.316 1,-5.773 0.526 0,18.073-3.846-5,0.632-1.280 0,-2.389-0.244-2,-4.049 0.412 12,-4.735 0.785-2,-4.757 0.946-2,-4.373 0.968-2,-3.774 0.900 1,-3.083 0.781 1,-0.767 0.011 0,-19.138 1.228 40,5.573 0.855-18,-1.230 0.015-22,1.210-0.041-1,-6.682 0.081-1,-9.406-0.006 1,-4.271-0.032-2,-1.298-0.032 1,-4.493 1.438-3,0.478 0.741-2,3.201 0.250 1,4.586-0.069 11,5.033-0.258 3,4.871-0.350-10,4.352-0.378 1,3.658-0.361 1,15.391 0.877 6,-0.127-2.070 15,4.745-0.025-2,2.271-0.010-22,0.554-0.001 2,-1.777 0.010 1,-1.917 0.009 0,-2.308 0.011-1,-2.378 0.009 1,1.440-0.011 5,-18.821 0.022 7,3.313 0.029-8,-2.636 0.000 1,-8.164 0.000-7,-3.822 0.000 0,-7.065 0.000-2,-1.611-0.000 0,1.030-0.001-1,3.163 0.000-1,4.215 0.000 13,4.508-0.001-9,4.313 0.000 0,3.829 0.000 18,0.587 0.000-28,21.351 0.000 38,-2.861 0.000-15,1.454 0.000-7,7.361 0.000-7,3.188 0.000-2,1.005 0.000 1,4.999 0.000 8,-1.525 0.000-10,-3.333 0.000 1,-4.171 0.000 2,-4.334 0.000 5,-4.070 0.000 9,-3.570 0.000-9,-0.581 0.000-2,-19.663 0.000 5,0.316 0.000 17,-3.459 0.000-15,-3.778 0.000-10,-1.816 0.000 2,-6.123 0.000-2,-2.316 0.000-3,0.289 0.000 0,0.269 0.000 8,3.374 0.000 1,3.790 0.000-8,5.104-0.475 2,5.480-0.727 2,5.258-0.822 1,12.530-4.385 42,2.093 2.207-32,5.752-0.483-9,2.829-0.352-3,0.790-0.241-2,5.473-1.606 3,2.369-0.887-5,0.258-0.369 4,-0.195-1.362 8,-1.804-0.518-11,-2.637 0.047 0,-4.599 1.383 2,-3.587 1.118 14,-3.532 1.266-3,-3.234 1.267-8,-1.607-1.560 4,-10.493 2.780 3,-2.523 3.379 2,-1.615 0.420 1,0.635 0.095-5,-2.530 0.048-2,-13.572 1.544-9,-4.289 0.755 3,-0.631 0.256 0,-2.276-0.077-1,1.089-0.273-2,3.070-0.372 0,4.035-0.400 4,4.289-0.387 13,4.088-0.343-7,2.742 1.050-6,3.023 0.482 2,2.942 0.091 12,0.248 1.937 4,13.038-0.395 1,4.241-6.311-13,0.840-1.239-1,10.848-5.758-37,2.806-2.063 56,-0.105-0.327-24,-1.888 0.771-1,-2.835 1.384 1,-3.174 1.644 0,-3.257 1.506 0,-2.848 1.209 0,-2.449 0.969 2,-2.002 0.739 6,1.896-1.945 10,-3.115-0.784-3,-7.083-0.528-5,-7.236 1.321-1,2.759 4.523-2,-0.040 1.162-4,-2.274 2.070-2,15.583 2.734 4,2.033-4.439 0,3.323-0.146 0,2.023-0.132-2,1.021-0.118-3,-3.787-0.155 0,13.054 0.011-3,-7.777-0.106 3,2.421-0.450-2,19.027-1.198 4,-5.223-0.804-1,1.702-0.685-4,-8.401 0.121 3,8.568-1.738-2,11.167-2.595-2,-5.186-0.099 4,-6.752 0.359 5,-7.096 0.603 1,-6.671 0.697 2,-5.823 0.692-1,-5.649 1.170 0,-2.178-1.659-3,-13.427 3.500 5,0.441 2.141 16,-1.079 0.736 4,1.615-0.025-26,-4.942 0.565-3,-2.378 0.135-1,1.851 0.076 2,-12.438 3.224 1,2.339-0.320-3,4.320-0.781 1,-1.044 0.388 0,-1.659 0.647 1,-8.774 3.068-2,-15.947 5.169-2,-0.658 0.480 1,2.916-0.835 0,5.466-1.576 3,6.583-1.900 3,6.716-1.939-3,6.237-1.803-4,5.419-1.567 28,4.462-1.290-40,17.617-1.482 45,-2.079-1.767 14,-1.798 0.107-42,-12.971 1.215 4,-1.687 5.354-3,-2.643 0.642-2,4.031-3.383 2,-0.988 0.374-1,-2.004 0.717-1,-0.400-0.067 2,-0.063-0.250-1,-2.697 2.593-2,1.600 0.683 1,1.958 0.282 2,2.717-0.212 1,4.696 0.652 7,17.662-0.858 3,4.406-4.239-13,3.002-0.786-2,5.726-0.662-3,2.188-0.534-1,-0.240-0.414 1,-1.772-0.306 3,-2.074-0.214 10,-1.619-0.035-12,-4.777 0.104 2,-4.805 0.182 0,-4.401 0.212 7,-3.769 0.213 26,-1.172 1.268-29,-10.986 3.360 5,-8.244-1.198 2,4.450-1.166-4,-0.680 0.064 0,-1.001 0.337 0,-0.518 0.279-4,-0.167 0.224 0,0.451 0.137 3,1.146-0.048-3,1.397-0.121 0,1.464-0.159-1,1.407-0.176 2,-0.721 2.222 3,3.750 3.909 4,9.204-1.432-2,1.747-5.119 0,2.534-2.134-5,6.423-1.811-3,2.002-1.532-2,-0.423-1.189 4,1.540-0.827-1,-1.294-0.290-1,-2.530-0.011 0,-3.049 0.160 5,-3.089 0.249 7,-2.842 0.281-11,-3.194 0.527 0,-4.865-2.535 8,-9.843 2.780 10,-5.800-1.005-13,-4.134-0.710-8,-3.238-0.022-1,-0.993 0.404 1,0.477 0.630-1,10.545 1.953 3,-5.158-0.252-1,-0.014 0.398 13,0.578 0.371-13,-4.070 0.086 8,3.175 0.495 5,3.478 0.380-10,3.356 0.274-2,2.993 0.189 2,2.511 0.120 1,-0.593 0.230 5,0.361 0.493 0,-2.986-0.807 7,-1.684 0.009 2,4.385 0.002-15,-0.041 0.001 0,0.177 0.000 0,0.312 0.001 1,0.048 0.000-1,-1.864 0.000 8,16.823 0.000 1,2.098 0.000-11,-2.483 0.000 2,0.996 0.000-1,1.602 0.000 1,-0.043 0.000 0,-0.420 0.000-1,-0.988 0.000 2,-1.821 0.000 0,1.899 0.000 10,-23.992 0.000-4,1.421 0.000-7,-2.691 0.000-2,-2.226 0.000-1,-0.848 0.000-1,0.119 0.000 5,3.103 0.000 0,3.890 0.000-2,-8.042 0.000-3,7.854 0.000 3,-4.137 0.000-1,-0.211 0.000 17,0.605 0.377-12,1.163 0.628-2,7.345-0.403 1,-9.673 1.562 0,2.816 0.163-2,3.117-0.097 3,3.041-0.245 0,0.131 1.016 9,13.449-0.902-7,6.022-1.508 2,-2.518-0.456-3,3.209-0.078-6,-2.662-0.047 2,1.385-0.024-1,-0.712-0.010 1,5.115-0.025-2,1.128-0.763 4,0.810-0.506-3,0.546-1.098-1,4.997-1.648 1,-9.355 1.492 3,-4.808 0.642-1,10.112-2.906 0,-0.862-0.252 1,-1.364 0.096 0,-1.633 0.333 0,1.225-0.597 3,-3.633 0.962-2,-3.447 0.966 13,-3.021 0.881-24,-0.505-0.340 1,-12.070 2.220 18,-2.097 1.207 4,-1.610-0.478-9,-0.242-0.114-2,-2.514-0.017-6,-0.939-0.013 4,-2.740-0.009-3,-0.772-0.006-2,0.506-0.005 0,1.016-0.002 7,0.126-0.001-2,0.901-0.000-4,1.357 0.001 2,1.573-0.001 9,1.615 0.001-8,0.574-0.000-2,2.193 0.001 1,-1.759 0.000 0,2.664 0.001 8,0.215 0.002 1,-2.852 0.000-2,1.652 0.000-5,-1.636 0.000 1,2.607 0.000-1,-3.934 0.000 0,1.219 0.000-2,-12.357 0.000-2,-2.908 0.000-1,-0.491 0.000 1,4.899 0.000 0,0.631 0.000 1,1.087 0.000-1,-3.737-0.111-2,4.044-0.169 1,4.164-0.185 14,3.856-0.183-4,3.324-0.161-7,0.818-2.320 4,12.125-1.805 5,0.823 2.549-1,-0.192 1.426 0,1.076 0.177-1,3.221-2.674-5,1.506-1.357-4,0.324-0.434 4,0.909 0.174-2,-0.149 0.531-1,-0.788 0.708-3,-4.186 0.631 4,-2.394 0.754 5,5.241-1.946 0,-0.498 0.451-3,-0.863 0.873 6,-2.520 0.168-6,2.461-1.429-2,-0.486 0.180 2,-1.485 0.773 2,-0.601 0.502-2,-0.569 0.533 0,-0.496 0.470-1,-0.775 0.493 2,3.881-0.209 0,-2.197 1.053 0,0.271 0.501 0,1.445 0.186 1,-3.383-0.010-1,3.462 0.135 2,-2.843-0.003-7,-12.815-0.159 7,-0.460-0.127 1,-0.652 0.013-6,0.523 0.001 1,-1.457 0.000-1,-1.001 0.000 1,-1.288 0.313-2,-1.166 0.513-1,-0.783 0.619 6,-4.465 2.199-12,-0.035 0.843 18,0.924 0.145-6,-0.787 1.124-17,0.988 0.210 18,1.998-0.369-6,2.455-0.697 6,2.530-0.840 2,2.362-0.858-7,-0.655 0.918 0,13.919-2.633 4,2.756-1.933 2,3.768 0.420 8,1.662 0.019-16,1.387 0.007 2,-0.801 0.003-2,-0.118 0.002-1,-0.837 0.000 1,-1.254 0.001 0,-2.281-0.002 2,-1.063 0.001 7,-0.971-0.001-4,0.110 0.000-3,-1.945-0.001 23,1.737 0.001-28,-15.505-0.002 12,-1.342-0.002 0,-0.406 0.000-7,0.951 0.000 1,0.436 0.000 0,0.496 0.507 0,-1.005 0.819 0,-2.762 1.004 0,-0.517 0.221-1,1.081-0.182 0,1.298-0.250 1,1.577-0.329 0,-2.030 0.751 4,14.693-0.928 1,2.073-1.706-2,11.764-1.373-4,-0.028-0.731-2,1.387-0.279 0,3.752 0.037 13,0.703 0.226-34,-1.230 0.325 20,-1.466-2.470 11,-3.208-1.131-7,-3.860-0.223-3,-3.925 0.352 18,-3.633 0.673-14,-3.145 0.812-2,-2.080-1.452 1,-8.744 1.996 2,-0.688 2.893 1,-4.636 0.591 1,4.391 0.008 1,-5.901 0.013 4,-3.055-0.007-12,-1.047-0.018 4,-6.675 1.791-7,-2.629 1.416 0,0.084 1.066 3,6.970-0.944 6,-2.310 0.371-7,0.797-0.271 0,-2.629 0.201-2,2.500-0.695 17,4.040-0.766-5,3.454-0.585-7,3.334-0.506 22,2.985-0.413-27,0.318-0.075 0,13.445-1.184 15,0.951 0.162 0,4.611 0.157-7,-3.991 0.086 0,-2.132 0.019-2,0.405 0.004 1,5.472 0.004-4,-2.001-0.795 2,-2.217-0.095-1,6.767-1.185 4,-5.574 0.757-2,3.981-0.492-1,3.319-1.551 1,4.134-0.977 0,0.351-0.338-1,-1.326-0.051 1,-2.248 0.128 1,-2.629 0.227-2,-2.640 0.271-1,-2.842 0.559-1,-2.493 0.597 2,0.692-1.165 0,-13.299 1.263 15,-3.918 3.438 8,2.955-0.512-22,-2.502-0.017-1,-1.513-0.020-1,-2.000-0.007 0,-0.940-0.007-1,-0.153-0.007 0,-8.763-0.003 5,-4.203-0.004-9,-1.800-0.002 3,-12.550-0.003 5,-2.695-0.001-12,1.086 0.001-1,-3.656 1.423 22,0.683 0.760-22,3.297 0.284 1,0.948 1.310 36,3.606 0.490-34,4.947-0.055 1,4.472-0.386 31,5.228-0.558-21,5.260-0.617-6,4.836-0.603 33,4.170-0.542-31,0.563 0.211 1,15.808-1.399 4,-0.838-0.676 0,6.219 0.154 8,-3.260 0.171-3,1.332 0.012-9,0.381 0.010-1,1.028 0.007 0,0.280 0.003-1,-0.247 0.003 0,3.880 0.003 3,0.309 0.002 1,-0.601 0.001-3,2.527-0.000 7,-0.168 0.001-5,-1.165-0.001-3,1.091-0.001 5,-0.383 0.000 1,-1.254-0.001-7,0.656-1.815 16,0.358-1.442-16,0.142-1.090 9,4.605-0.307-5,1.441 0.199-6,-0.634 0.497 2,1.832 0.808 10,0.653 0.590-11,-1.079 0.566-1,-1.698 0.667 21,0.388 0.325-21,-0.742 0.279 1,-1.487 0.233 4,-7.040 0.237 15,-0.833 0.079-16,6.827 0.066-3,-0.544 0.108 0,4.751-1.322 16,-0.870-0.702-4,-2.042-0.265-8,-2.672-0.033 2,-3.675 0.225 1,-3.596 0.320-4,-3.234 0.351 11,0.468-0.445-20,-15.450 1.047 21,0.594 1.006 1,-0.211-0.191-4,-2.031 0.005-2,-6.969 0.226-5,-3.410 0.372-3,-2.851 0.452-1,-1.261 0.484 0,-2.011 0.937-2,-1.734 0.614 0,-0.491 0.292-1,6.467-0.815 0,-12.787 1.174 10,-0.593-0.293 1,6.780-0.431-11,-0.234 0.141 0,4.114-0.457 15,0.316-0.076-3,-11.883 1.834-10,0.250 0.216 4,1.490-0.110 4,2.654-0.630-6,-0.093-0.385 10,-0.170-0.439-6,0.535 0.340-8,0.260 0.836 9,1.207 0.391 8,1.822 0.061-8,1.822-0.181-2,13.075-2.362 1,-16.633 2.944 3,4.888-0.864-3,5.178-0.892 3,4.924-0.830 6,4.354-0.725 2,3.638-0.601-14,12.158-0.231 6,0.432-1.199 2,4.762 0.036 8,-2.446 0.075-11,13.698-0.046-7,-0.912 0.043-2,3.913 0.015 2,-4.220 0.030 0,13.149-0.004-3,39.982-3.237-6,12.658-2.180 1,1.880-1.358-4,8.126-0.711 0,-1.275-0.253-11,-6.960 0.051 4,-12.210 1.082 39,5.316-1.124-4,-6.526 0.418-33,-13.179 1.949 51,-2.592 0.734 4,-4.578 0.777-43,-5.646 0.759 11,0.829 0.514 15,-21.733 1.325-25,16.114-0.193-3,-11.533 0.651 4,-2.591 0.292 39,-9.112 0.271-12,4.596 0.100-15,-2.694 0.149-5,-12.318 0.048 1,15.031 0.186 10,-5.267 0.089-4,-5.131 0.029-4,-4.586-0.011 13,-3.846-0.034-19,-1.009 0.133 2,-13.477-0.047 4,1.027-0.374 1,-2.437-0.007 2,1.236 0.029 0,-2.065 0.001 1,-3.335 0.001-10,-2.992 0.001 0,-1.598 0.000-1,-0.557 0.000 6,-12.529 0.000-9,-3.620 0.000-2,0.140 0.000 6,2.247 0.000 6,12.593 0.451-5,-12.503 1.248-6,13.006-0.505 3,-12.470 2.263 7,9.732-0.702 11,0.490 0.152-12,3.566-0.409-1,0.718-0.061 3,-12.919 1.538-1,1.926-0.551-4,3.038-0.628 3,3.097-0.447 9,3.140-0.187-8,3.401-0.066-5,3.295 0.018 2,2.969 0.066 11,2.532 0.095-1,0.704 1.878-8,12.229 0.440 1,0.265-3.824 3,0.520-0.548-1,-0.640-0.249 0,0.355-0.088 1,-1.272 0.048-4,0.178 0.015 0,6.718-0.244-2,-3.964-0.356 1,14.587-2.421-3,5.530-1.044-2,2.635-0.366-4,0.868-0.707 3,0.251-0.335 3,-1.588 0.131-6,-0.100 0.113 1,-10.957 1.930 19,-1.593 0.382-10,5.696-0.700-3,-5.165 0.894-3,-5.004 0.787 46,-4.471 0.651-46,-3.756 0.513 2,-13.619 0.906 9,1.412 0.230-1,-2.292-0.050 1,1.692-0.192-1,-1.907-0.055-2,-3.321-0.008 0,-1.963-0.006-3,0.779-0.002-3,-0.935-0.001 0,-0.113-0.001 0,0.462-0.001 0,-1.702 0.000 3,1.984 0.000 4,2.167 0.000-6,2.107 0.001 0,1.899 0.001 1,-2.724 0.000 6,1.928 0.001 1,0.351 0.002 1,1.649 0.000-1,-2.383 0.000-1,0.039 0.000-4,1.896 0.000 0,-1.013 0.000-2,-0.441 0.000 1,-2.899 0.000 1,-1.321 0.000-2,-0.239 0.000 0,-6.591 0.000 1,-2.911 0.000-5,-0.405 0.000 10,4.896 0.000-9,-5.728 0.000-2,-1.997 0.000 0,13.622 0.000 4,-25.449 0.000 9,-4.672 0.000-13,-1.135 0.000-4,1.266 0.000 14,-7.987 0.000-15,4.009 0.000-1,6.669 0.000 2,7.664 0.000 10,7.571 0.000 28,6.826 0.000-27,5.760 0.000-3,4.599 0.000 1,22.715 0.000 10,-0.920 0.000 14,2.869 0.000-2,10.165 0.000-28,5.548 0.000-2,2.576 0.000-1,14.508 0.000 11,3.262 0.000-15,6.168 0.000-2,24.312 0.000 21,7.233 0.000-22,-1.410 0.000 14,5.056 0.000-13,-3.949 0.000-2,-9.166 0.000-5,-4.855-0.757 53,-9.942-1.147-23,-28.014 0.191-18,-3.654-0.600 2,1.440-0.811 46,-4.012-0.192-16,-4.035 0.018-15,-3.997 0.169 16,-3.776 0.268-22,-3.446 0.325 7,0.341-0.270 1,-5.589 0.643 21,-4.668 0.580-39,-1.855-0.209 9,-13.114 1.239 4,-2.279 0.923 10,0.430-0.149-3,-1.471-0.081-11,-1.034-0.061 0,4.905-0.055 1,-1.033-0.005 0,-5.354-0.002 1,1.383-0.009-1,5.077-0.005 0,-16.997 0.000-3,-2.818-0.004 1,-0.020-0.003 0,6.873 0.001 0,-0.636-0.001-1,0.205 0.001-1,0.792-0.001 0,2.528 0.001 0,0.444-0.000 20,-3.497 0.000-16,1.291 0.001-1,1.694 0.000-1,0.287 0.001 13,0.683 0.000-14,-3.166 1.179 8,0.575 0.666 1,3.826-0.181-9,3.515-0.386 1,-7.304 0.824 6,7.033-0.451 1,-7.731 1.824-4,6.850-1.314 0,-4.846 0.721 0,3.725-0.795-2,-13.062 1.262 1,-0.249-0.504-2,1.583-0.548 0,7.005-0.872 3,-2.986 0.059-1,3.240-0.272-3,3.414-0.175 0,3.245-0.100 6,2.872-0.048 5,-0.904 0.888 0,7.610 4.273-5,6.712-1.879 0,6.383-2.869 3,-1.648-0.877-2,1.742-0.116-1,6.672-0.109-6,4.955-0.065-2,2.669-0.052-1,0.968-0.040 5,6.715-0.031-5,1.927-0.020-3,-0.697-0.015 0,8.974-0.013 12,-0.866-0.003-1,-3.739 0.001-13,-2.346 0.005 15,-4.136 0.004 4,-4.897 0.007-15,-5.400 0.117 17,-5.256 0.175 7,-4.731 0.199-20,-4.007 0.194 2,0.126 1.163 7,-9.884 4.424 5,-4.047-2.527-3,-4.527-0.699 4,-0.108-0.319-5,-1.850 0.130-8,1.896-0.797-1,-2.820 0.893 0,-1.683 0.750-2,-0.798 0.611 1,-7.960 1.845 7,-0.451-0.259-8,1.207-0.652-1,2.573-0.363 1,3.199-0.158 10,3.318-0.017-7,3.336-0.402-1,3.066-0.607 9,1.102 1.643 0,13.492-1.627 6,1.653-3.240-5,1.609-0.237-10,6.251-0.159-2,3.989-0.096-1,1.786-0.058 2,9.722-1.467 0,2.683-0.768-6,-0.912-0.277 0,-6.446 0.346 15,-0.833-0.219-8,-1.828-0.232-4,-2.420-0.232 0,1.734-0.523 10,-3.007 0.254 10,-3.171 0.397-19,-3.548 0.463 3,-3.531 0.469 23,-3.260 0.439-4,0.652-0.345-30,-15.480 1.057 23,-3.075 0.934 4,-1.624-0.016-13,4.282-0.109-1,-1.888-0.002-1,-0.728-0.013 0,0.681-0.016 2,-0.217-0.009-1,-2.620-0.002 0,1.147-0.011 0,1.511-0.009-1,1.599-0.008 2,-2.668-0.004 0,2.922-0.011 0,0.521-0.007 0,-4.337 0.017 5,4.539 0.000-1,-0.860 0.000-1,-0.066 0.000-5,0.427 0.000 0,-4.378 0.000-1,3.131 0.000 1,0.501 0.000 3,0.272 0.000 0,0.678 0.000 1,0.095 0.000 1,-0.460 0.000-1,-3.930 3.024-2,0.374-0.100-1,1.841 0.636 0,0.609 0.548-2,1.162 0.013 1,1.412-0.323 1,-0.982 2.203 3,11.037 0.047-1,4.525-5.660 2,-2.001-0.680-2,1.525-0.574-2,0.560-0.659-2,-0.037-0.198 3,6.008-3.052-3,-4.598 0.178 0,-0.034-0.428-1,3.108-2.273 13,-0.976-0.230-7,-1.205 0.013-15,-1.877 0.638 9,-2.137 0.970 3,-2.115 1.092 3,0.043-1.688-1,-10.000 2.114 8,-1.609 4.461-3,-2.557 0.169-4,0.699-0.003-2,0.266 0.001-1,0.906-0.018 0,-2.941 0.125 2,16.255-0.002 1,1.311-0.352-1,-0.103-0.292-1,0.896-0.483-2,0.449-0.581 0,1.526-0.784 0,-1.376-0.124 0,-1.812 0.111 5,1.780-1.359-7,-14.954-0.451 6,-3.507 4.067 3,-0.081 0.434-3,2.532 0.657-3,-2.342 0.592-1,-0.979 0.192 1,-5.189 1.809-3,-1.246 0.571 1,0.138-0.012 0,1.610-0.285 3,2.090-0.353-1,2.331-0.395-3,2.294-0.388 2,2.080-0.354 0,-0.951 1.711 5,4.470 2.332 1,7.129-2.795 1,3.264-2.627 1,1.617-0.582-1,-2.307-0.102-6,-1.312 0.984 0,-11.047 2.657 2,0.565 0.055-1,-0.661-0.073 1,-0.978-3.622-2,-2.687-0.251 0,-0.130 0.497 0,-1.130 0.944 0,3.599-0.504 0,-5.076 1.332 0,0.131 0.409-4,0.677 0.297 4,0.977 0.203 0,1.096 0.128 1,1.342 0.055 0,1.400 0.005-1,-2.094 3.517-1,6.360-0.257 6,11.300-1.620 7,1.186-5.007-11,3.137-1.585-3,1.607-1.230-1,0.512-0.910 3,-0.605-1.315-6,-0.503-0.891 4,-1.109-0.397-1,-1.441-0.046 0,-1.571 0.191 4,-1.554 0.337 5,-0.561-0.283-3,-2.164 0.929-4,-1.892 0.947 0,0.317-1.509 1,-5.323-0.854 8,-1.049 0.077 0,5.966 1.928 0,1.511 4.454-4,-0.081-3.265 0,2.768-4.569-5,-2.528 3.234 1,0.581 0.261 0,0.009 0.516-1,-0.339 0.632 1,-0.530 0.647-2,4.151-0.714 1,-2.102 1.736 4,-1.610 1.049-1,1.413 0.630 1,-0.279 0.129 0,-0.384-0.200-1,1.929-0.070 0,0.329-0.056-2,-0.857-0.037 0,-1.082-0.017 1,2.321 0.081-1,-1.106 0.163 2,-0.983 0.378 1,-5.833 5.192-3,-1.835 0.256 1,-0.021 0.406 0,0.000 0.842 2,0.000 0.469-1,0.000-0.958-2,0.000-0.171-1,0.000-0.347 2,0.000 1.880 1,0.000 0.181-1,0.000 0.439-2,0.000 0.712 2,0.000 2.604-1,0.000-4.078 1,0.000 0.320 0,0.000-0.057-1,0.000-0.285 0,0.000-0.401-1,0.039 0.766-1,0.061-0.397 5,0.066-0.945 0,0.353 3.418-1,0.602-2.941 0,5.174-7.580-1,-0.076 0.056-1,-2.364-6.356 4,1.001-0.724 1,-0.196-1.206-5,-1.523 1.927-2,-0.711 0.156 2,-2.819 0.129 1,0.393 0.018 0,0.000-0.650 1,-0.182-0.238 1,-1.107 0.019 0,-1.406 0.514-3,-1.059 1.206-1,0.197-0.511 1,0.013-0.761 2,-1.716-0.120 0,-0.291 3.802-1,-1.099-1.529 1,-0.350-1.549 0,1.613 0.191-3,0.922-1.264 0,2.973 0.332 2,2.318 12.968 4,-0.826-0.071 0,0.000 1.882-6,0.000 0.401-1,0.000-0.859 2,0.000-1.132 0,0.000 0.995 0,0.000-0.152 1,0.000-0.551 1,0.000 0.555-1,0.418 1.071 1,2.480-1.553-2,1.847 3.115 1,-2.521-4.099 1,-0.239 0.186-1,-0.366-0.357-1,0.560 4.097-2,-1.126-2.313 2,-0.674 0.511 2,-0.588-0.981-1,-0.041-0.033 2,0.193 0.024 0,0.061-0.689-2,0.002 0.609 1,-0.002 0.142 2,-0.002 0.228-5,-0.002-13.520 3,0.000-3.381 0,0.000-2.032-3,0.000 3.523-1,0.000-0.541 1,0.000-1.431 1,0.000-0.519-1,0.000 0.088-1,0.000-0.943 4,0.000-0.075-1,0.000 0.466-3,0.000 0.732 4,0.000 0.836 1,0.000 0.828-4,0.000 0.755 0,0.000 0.646 4,0.000 0.527 0,0.000-0.934 0,0.000-0.414-1,0.000-0.058 0,0.000 0.520 0,0.000 0.834-1,0.000-3.842-3,0.000 3.441 2,0.000 0.678 2,0.000-0.493-1,0.000-0.898 3,-0.826 0.826 0,-4.940 4.402-2,-0.716 2.971 0,3.869 6.382 0,2.161-0.388-1,0.103 1.091-1,0.091 0.493-1,0.078 0.085-1,0.063 1.278 1,0.049 0.481 0,0.034-0.048 2,0.027 0.919 1,0.014-0.137-1,0.011-0.696-3,0.004-0.978 3,-0.001-1.066 2,0.001-0.468-3,-0.005-0.266-1,-0.001-0.075 1,-0.005 0.044 5,0.003 6.355 0,-0.010-3.439-4,-0.002-0.199-1,0.000-0.717 1,-0.002-0.973-2,0.000-1.051 0,0.000 3.937-2,0.000-3.104 4,0.000 0.543 5,0.000 0.768 0,0.000-2.018-3,0.000 0.106-1,0.000-0.981-3,0.000-0.015 1,5.209-2.239 1,0.849-3.776 3,1.698-0.585-2,-1.127-2.666-2,-2.359-8.972 0,-2.835 3.774 1,0.702-1.144-1,0.365-0.684-2,0.074-0.064 0,-0.121 0.348 2,-0.039-0.279 2,-0.381 0.955-4,-0.402 1.009 1,-0.383 0.959 0,0.147-3.344 5,-0.665-0.129 1,-0.564 1.379-1,-0.293 2.847-2,-0.236-0.978-1,0.175 0.592-1,0.175 0.710 2,0.014-2.016 2,0.013 1.725-3,-0.014 0.214-1,-0.002 0.017 0,0.000 13.574 4,0.000-0.226 0,0.000 3.380-5,0.000-3.915 1,0.000 0.329-1,0.000 0.068 0,0.000 1.419 0,0.000 0.107 1,0.000-0.411-1,0.000-0.712-1,0.000-0.851 4,0.000 4.065 2,0.000-2.936-3,0.000 0.449 0,0.000-0.788 2,-0.619 0.073 2,-1.934-0.914-3,-2.052-1.482-2,-0.249-0.658 1,0.301-8.716 2,4.694-2.199 0,-0.114-1.117-2,-0.013-4.816-3,-0.010 2.908 2,-0.002-1.020-1,0.000-0.256 0,-0.002 0.264 0,0.000-0.577-1,0.000 0.309 2,0.000 0.747-1,0.000 0.982-1,0.000 1.065 7,-0.002 1.049-1,0.000 0.534 7,0.002-1.896-20,0.000 14.338 17,0.000 0.274 1,3.699 0.129-8,0.243-1.553-4,-0.304 1.052 4,-0.001 0.476-2,0.332-1.394 2,2.380 0.038-1,0.700 1.241 2,-1.033 0.394-1,-0.657 2.038 0,-1.458 1.597-4,-1.667-1.619 9,-1.240-2.473-8,-1.795-12.906 6,0.807-0.110 0,0.000 0.025-4,-0.006-4.287-1,0.000 1.451 0,0.000-1.383 0,0.000-0.154 1,0.000 0.618-1,0.000 1.045 1,0.000 1.225-1,0.000 1.235 0,0.000-3.852-1,0.000 3.161 3,0.000-0.650 8,0.000 0.787-3,0.000 0.477-5,0.000 13.671 5,-3.395-0.195-5,-2.642 3.949-2,1.774-4.425 0,0.019 0.237 0,-1.057 2.869 0,-0.207 1.484-1,0.336 0.506 4,0.639-0.166-1,0.773-0.567-2,0.791-0.765-2,0.989-1.128 2,0.472-0.002 2,0.408-0.251 3,0.345-0.402-1,0.255 0.151 0,0.255-0.841-1,0.183-0.862-3,0.251 3.862 0,-0.276-2.453 5,-4.767-1.340 1,-1.953-4.486-1,-0.023-2.049-2,0.434-0.495-2,0.648-2.847 0,4.984-8.369 5,0.526 3.763-6,0.070-4.025-1,0.068-1.563 0,0.049-0.255-1,0.036-0.878 4,0.023 0.236-3,0.013 0.900-1,-0.064 1.434 3,-0.107 2.186 5,-0.124 2.220-4,-0.626-2.093-3,-1.879 4.718 5,-3.005 7.788 2,-1.233-1.762 1,-2.200 4.562-1,4.942-0.782-2,0.017 0.753-2,0.367 0.472-2,0.553 0.260 0,-0.681 1.153 0,-0.159 0.519 2,0.235-0.013 0,0.458-0.344 0,0.567-0.524 0,0.541-0.290-1,0.581-0.381-1,-0.378 4.895 14,1.363-3.625-16,1.633-13.392 7,-0.839-0.798-1,0.013-3.675-4,0.002 3.790 0,0.002 0.082 1,0.000-4.271 3,0.000 4.169-6,0.000 13.320 8,0.000 1.467-3,0.000 3.167-2,0.000-3.767-1,0.000 0.570 0,0.000 1.926 0,0.000 0.248 0,0.000-0.478 0,0.000-0.884 0,0.000-1.060 4,0.000-1.082-1,0.000 2.739-3,0.000-16.672 5,0.000 1.171 0,0.000-0.909 0,3.701-1.201-1,1.157-2.856-3,-1.798 3.830-1,0.344-0.445 2,0.415-1.837-2,-1.622 3.372 0,0.500-2.747-1,-0.292-0.486 1,-0.323-0.657 1,-0.328-0.799 3,0.033-3.762-3,-0.500 1.273-1,-0.418 1.972 1,-0.330 2.234 1,-0.248 2.203 4,-0.180-1.197-8,-0.993 14.612 7,0.889 1.208 1,-0.003 4.466 2,-0.002-4.730-6,0.000 5.369-4,0.000 2.243 0,-0.227-6.400 2,-0.396 0.577 0,-0.888 4.839 4,-0.339 0.015-5,-0.131-0.474-1,0.618-4.263 1,-0.778 2.988 3,-0.529-0.278-1,-1.060 3.000 1,0.128-1.322 2,0.264-1.368 3,0.403-1.582-6,0.466-1.611 0,0.475-1.517 2,0.447-1.353 0,-0.465 3.130 2,1.788-16.190 0,0.384 0.426 0,-0.112-1.501 1,-0.052-0.554-1,-0.005-6.189-4,0.003 3.885-2,0.000-0.659 1,0.002 1.917 0,0.000 0.421 0,0.000 0.584 0,0.000 0.657 0,0.002-0.995-1,0.400 2.105 4,0.667 0.566 1,1.130-0.908 1,0.284 1.231-2,2.175-2.381 3,-0.080 1.916-4,-2.525 0.133 0,-2.497 12.679 9,0.464-12.690-9,-0.018-1.057 1,-0.305-0.158-3,-2.021 0.552-1,-3.701 4.567 3,-1.817 4.156 0,2.360 2.713 0,0.392 2.310-1,1.805 0.694 0,0.955 1.778 0,-1.571 1.926 0,0.599-2.673 0,-0.206-0.560 0,-0.472 0.903 0,-0.011 0.302 2,-1.278 0.536 0,-0.184-0.411-4,0.345-0.573 0,0.599-1.126 2,0.786-1.518 3,-1.382 1.676-1,2.163-13.525 1,3.421-1.270 1,-0.407 0.807-1,-0.097-1.167 1,0.021-5.642-4,0.004 4.379 0,0.002-0.710-1,1.449 0.041 0,0.739 1.117 0,0.245 1.446 0,2.032-2.143 7,-0.268 4.222-7,-2.716 10.613 5,-1.706 0.321-2,0.235 2.229 1,-0.010 2.540-1,0.000-3.911-3,0.000-0.480 0,0.000 4.186-1,0.000-3.808 1,0.000-0.791 2,0.000-0.329 0,5.057-1.679 3,1.027-3.865 1,-6.768 6.009-1,-4.246-1.898-3,-1.007-0.294 0,-1.055 0.120-1,3.646 0.636 0,1.811 1.837 1,7.861-4.804 1,-0.201-2.574 0,0.375 0.397-2,-0.236 0.048 1,1.111-0.007-1,-0.317 0.000 4,-13.085 0.000-1,-1.762 0.000-2,-0.279 0.000-3,-6.257 0.000 0,2.802 0.000 1,-1.018 0.000-1,2.109 0.000 1,0.003 0.000 0,-2.103 0.000-2,0.534 0.000 4,5.418 0.000 0,-2.201 0.000 1,0.140 0.000 0,0.241 0.000 0,-2.239 0.000 0,0.792 0.000 0,0.864 0.000-2,0.811 0.000 0,0.709 0.000 1,0.588 0.000 1,-2.029 0.000 1,2.299 0.000 0,0.321 0.000-1,-4.753 0.000 0,2.154 0.000-1,1.882 0.000-1,0.963 0.000 1,-2.782 0.000 2,0.428 0.000 0,-2.349-0.054-3,0.958-0.306-1,2.219-0.807 0,10.970-4.825 4,1.115 1.707 0,4.862 0.136 0,1.727 3.684-2,-1.993 0.266-2,1.719-0.760-1,-1.858-0.039 1,12.460-2.794-2,2.980-1.500-3,0.525-0.988 5,-3.068 0.593 0,-0.697-0.165-3,-1.612-0.030-1,-2.158 0.066 2,2.518-0.922-2,-2.375 0.909 10,-2.461 1.048 2,-2.836 1.082 4,-2.571 0.934-3,-2.316 0.807-9,1.829-0.122 2,-2.921 1.980 5,0.034 1.329-1,2.011-1.242 6,-14.355-0.025-10,-0.176 0.038 1,-0.203 0.000-1,0.348 0.000 0,-0.974 0.847-1,-3.780 1.253-2,-3.344 1.173-29,-10.615 3.259 55,-3.323 1.562-30,-0.165 0.758 0,12.858-3.959 3,0.570-0.198 4,-4.210 1.069-3,5.336-1.568-1,0.590 0.015 0,-7.463 2.960-2,3.600-0.796 17,3.823-1.023-3,3.644-1.080-5,3.226-1.023-3,1.250 0.693 2,11.365-2.171 1,2.606-2.334 1,-2.864 0.129-1,1.227 0.114 1,7.241-0.247 1,-3.642-0.430-5,1.101-0.673-2,8.778-1.575-3,-6.169 0.796 1,-1.760 0.227-1,-2.163 0.335 3,-2.214 0.371 3,-2.049 0.358 1,1.440-0.253-1,-1.774 1.257-2,0.365 0.159-1,1.358-0.005 9,-0.039-0.400 4,3.331-2.902-10,-4.761 0.785-4,-0.640 0.048 3,3.181-1.643-2,-3.205 1.445 1,0.244 0.623 0,0.531 2.550 0,-0.277-3.511 3,2.631-0.964 6,0.408 0.610-9,1.666 0.021-3,-4.696 1.009 3,-0.007-0.529 0,-0.336-0.172 0,3.143-2.081 1,-3.692 1.912-1,-3.322 8.925 5,-1.963 0.323-1,0.000 1.139-1,0.000 0.513-2,0.000-0.203 0,0.000 0.514-1,0.000-0.843 0,0.000-0.901 0,-0.475 2.061 1,-2.751-1.551 1,-1.190-1.045-1,0.510 0.000 0,0.654 2.189-1,1.732 1.228 7,0.911-2.059-9,1.013-13.206 5,-0.404-0.973-1,0.000-0.181-3,0.000-2.110 0,0.000 2.731 1,0.000-0.688 0,0.000-0.505-1,1.424-4.346-1,0.757-0.985 1,0.286 0.274 4,-0.031 1.025-2,-0.225 1.403-5,-0.323 1.518 4,-0.431 1.727-2,-0.308 0.968 2,0.341-4.144 1,-0.820 2.086 8,-0.461 0.630-3,-0.266 0.266-4,-0.185-0.004 0,-0.033 1.113-1,0.261-0.226 0,-5.976 3.405 1,-5.069 4.429 2,2.835 0.545-5,-2.212 0.195 0,-4.453 2.532-2,-1.444 1.758-1,-0.945 0.571 3,-1.220 0.486-1,0.143-0.171 0,1.030-0.593 0,3.234-0.832 6,3.671-1.065-6,-4.834 2.754-3,0.658-0.180 2,3.733-1.670 8,0.449 0.049 4,-1.797 1.851-7,1.525 0.213-2,0.278 1.029 0,2.355-1.115 3,2.133-1.389 12,1.811-1.439-17,-0.069 0.963-1,6.794-11.593 8,-2.613-0.674 0,1.228-2.025-2,4.820 1.123-20,5.470-1.347 17,-2.423 3.523 17,-2.432 1.489-16,14.328-8.918-21,-3.539 1.904 33,-0.256 0.399-15,0.303-0.705 1,-0.806 0.015-2,-1.421 0.459-2,-2.156 0.691 8,-2.426 0.780 5,-2.390 0.764-9,-2.141 1.321-1,-1.574 1.254 6,1.238-2.131 9,-1.423 2.937-10,1.280 2.573 4,-4.732-4.850-4,-4.800 2.080 0,-2.661 5.022-2,-1.406 0.337-1,-4.355 0.728 1,4.189 0.247-2,-9.288 4.779-2,-3.682 2.740-4,-1.120 1.425 4,0.601 0.480 3,5.579-1.627-4,0.899-0.070-2,-2.915 2.674 2,6.016-3.758 0,0.583-0.492 2,0.851-0.325 10,1.015-0.191 9,-0.676 1.269-17,5.153-4.093 1,-7.762 6.526 0,1.495-0.529 5,1.873-0.717-4,1.794-0.954-1,2.058-1.545 1,1.809-1.542-2,0.360 1.251 0,9.679-4.287 6,-0.287-3.292 0,0.041-1.034 0,2.020-1.522-5,-2.237 1.155 0,8.911-2.706-3,0.531 0.041 0,-5.716 1.472 1,4.044-1.874 0,-2.972 1.277 0,7.173-4.033-2,-2.514 0.716-2,-1.156 0.373 5,-1.367 0.684 3,-1.430 0.851-3,-0.093 0.130 1,-2.614 1.308 1,-2.437 1.167 10,0.160-0.345-19,-13.901 3.518 18,-1.841 0.432-1,0.779-0.439-9,-1.338-0.028-1,-3.461 2.408-3,-2.041 1.361 0,-0.580 0.590-1,-0.623 0.828 6,1.201 0.365-5,1.565 0.228 1,6.351-2.665 0,-4.375 1.644 0,0.905-0.658 6,0.974-0.727-1,0.696-0.515 6,1.995-0.792 5,-1.720 0.257-21,15.193-2.671 13,5.600-2.083 0,-3.473 0.249-6,2.301-0.651-23,2.115-0.527 41,1.026-0.188-21,0.210 0.053 3,4.475-2.804-2,0.365-0.948-2,-0.724-0.076 0,-7.832 2.867 2,-0.774-0.124 7,4.703-3.499-2,-3.165 0.953-5,-3.015 1.324 0,-2.655 1.435 21,-0.923-0.333-30,-10.900 7.383 24,-0.775 1.051-8,-10.146 5.567-1,0.932-0.651-7,-2.034 1.026 0,7.140-3.865 0,-0.708 0.151 0,-11.821 5.707-3,-1.227 0.845-1,-4.923 2.306 9,0.480-0.692-4,2.692-1.501 1,8.759-3.717-3,0.848-0.258 12,-6.838 3.797-12,4.244-1.890 5,4.455-2.094 4,4.182-2.029 1,3.641-1.807 1,0.601 0.477-13,13.977-4.620 13,-1.044-1.947 0,0.509-1.461-2,0.466-0.889-2,5.301-3.720 2,-6.859 4.287-2,10.972-5.599-3,-0.661 0.281-3,1.640-0.651-1,0.892-0.031 1,-0.218-0.393 2,6.001-4.224-1,-1.501 0.520 0,-2.326 1.433-4,-2.639 1.875 11,-2.612 1.992 2,-2.372 1.895-7,-2.829 1.746-4,-2.474 1.344 34,0.697-0.011-38,-15.123 4.244 17,0.408-0.593 0,-0.965-0.283-10,1.721-0.230 0,-4.244 1.387 1,3.699 0.406 0,-0.269 0.240 1,-3.317 0.612-2,-1.373 0.531 2,-0.347 0.524-1,5.066-1.675 1,-5.729 1.281-3,1.864-0.915-1,-2.108 0.333 1,0.908-0.076 5,1.405-0.007 0,1.639 0.037-3,1.677 0.066 0,1.244 0.215 1,-1.310 2.655 0,4.001 1.504 3,3.942-1.254 1,4.401-1.668 1,3.777-2.955-3,1.912-0.777-2,-4.071-0.385-1,1.358-0.474-1,1.067-0.365-1,0.806-0.269 1,-2.926 0.216 0,8.670-1.737-1,1.247-0.637-1,-3.714 0.592 1,5.796-2.075 0,-0.564-0.486 1,-1.139-0.069 2,-1.483 0.224-3,0.742-0.399 2,-3.299 1.006 1,-3.240 1.088 2,-2.938 1.050 5,-0.044 0.550-13,-11.120 6.557 13,-1.170-1.906-1,-8.907 2.013 4,-5.499 3.275-11,-4.947 2.598-20,-1.430 1.129 26,2.026-0.848-9,0.048 0.286-2,1.465-0.240-1,2.337-0.582 0,-1.739 0.838 9,3.726-1.960 5,3.985-2.038-11,3.785-1.903 1,3.324-1.653 28,0.532 0.233-26,13.472-4.318 2,-0.076-0.903 1,1.076 0.561 4,2.536-0.079 3,-2.003-0.179-11,-1.425-0.646 1,-5.540-4.512 0,-1.689-0.530 1,8.942-0.206 1,-1.874 1.888 0,-0.370 0.656-1,1.022-0.580-1,1.577-0.996-2,1.098-0.444-1,4.189-1.564 4,-5.732 3.030-2,-0.227-0.106 0,5.723-3.021-1,-0.282 0.185 0,-2.158 1.090 2,-2.509 1.214 3,-2.514 1.190-1,0.041-0.992 4,-12.504 2.616-3,-2.690 3.141 1,1.698-0.368 0,-6.248-0.074-2,3.316-0.169-2,-1.803 0.733 0,-12.595 2.565-3,-3.838 1.121-4,-0.493 0.312 5,2.267-0.232-1,3.599-0.513-1,4.191-0.657-1,4.207-0.692 2,3.870-0.655 20,3.337-0.579-28,0.582 0.163 2,13.307-1.530 21,0.479-0.952 1,4.804-2.251 3,3.592-2.584-11,4.799-2.230-29,2.154-1.189 40,7.859-3.214-21,3.679-1.424-5,0.792-0.205 1,-2.449 0.999 17,-1.256 0.232-17,-2.908 0.713 2,-3.803 0.982 0,-10.297 4.593 4,7.075-2.593 27,-7.967 3.234-26,-1.641 0.305-2,1.551-1.468 24,-3.348 1.062-7,-3.002 1.111-10,-0.226-1.669 0,-12.274 2.025 1,-0.966 4.718 2,-5.979 1.614-1,0.710 0.823-4,-1.907 0.825-3,-0.895 0.588-1,4.610-1.501 1,-9.960 2.866-2,2.751-0.933 0,-2.422-0.090-1,-1.557 0.522 8,-1.717 0.135-1,5.205-0.930-5,-14.062 3.323 2,25.299-6.026 1,-23.506 5.588-4,-0.506-0.003 3,1.041-0.383 0,2.060-0.626 1,-2.857 0.499-2,5.860-1.345 3,5.886-1.282 27,5.385-1.130-44,4.605-0.938 6,1.897-0.095 2,14.256-2.010 20,-0.938-0.368-3,-0.279 0.101 1,3.322-0.963 4,1.797-0.903-10,2.039-0.774-37,1.055-0.592 34,5.008-1.421 2,2.041-0.528 21,0.300 0.010-29,-8.158 2.155 2,-0.359 0.211 11,-4.602 1.004-6,6.454-1.801-7,-0.460 0.055 2,6.682-1.557-2,-2.287 0.704 13,-3.089 0.830-1,-3.343 0.839-6,-3.226 0.779-1,-2.899 0.678 8,-0.123-0.147-9,-13.656 1.848 4,-2.648 0.369 1,2.912 0.957-1,-0.538 0.548-12,-1.798 0.892 9,1.363 0.046 19,-6.512 3.482-18,-1.454 1.033-2,4.767-2.096-2,-0.508 0.354 0,-0.547 0.582 0,-5.740 2.571 3,-1.215 0.713-2,-5.865 2.459-2,4.857-2.100 4,2.850-1.425 1,0.578-0.452-2,-6.026 2.721 0,3.292-1.544 2,3.617-1.578 1,3.523-1.467 0,3.176-1.280 0,2.699-1.058 2,-0.162 1.420 0,8.296 0.621-1,10.581-4.211 13,-1.887-1.425-7,4.049-1.529-12,-4.275-0.101 1,12.045-4.771 0,-1.842 0.010-2,-3.309 0.784 1,16.680-4.960-4,-5.476 1.295 3,-21.339 6.855 4,35.143-11.124-7,-1.953-0.038 3,-6.179 1.764-1,-5.726 1.833 5,-6.003 2.071 6,-5.689 2.048-6,-5.026 1.869 13,-4.204 1.603-21,-15.421 8.368 22,-1.580-3.519-1,-0.383 0.583-7,0.493-0.435 1,-2.179 0.659-48,-7.945 1.886 40,8.868-2.374 43,-22.729 6.608-76,-4.637 1.452 54,-1.121 0.328-28,1.322-0.451 2,5.936-1.955 3,1.135-0.201-2,-5.494 1.730-4,5.495-1.428 1,6.011-1.613 6,5.843-1.598 38,5.269-1.463-35,4.487-1.258 5,0.969 0.184-11,15.137-3.111 11,-0.040-4.650 0,1.102-0.404-14,3.949-1.062 9,-4.964 1.085 41,-0.394-0.756-43,-0.954 0.009 0,-1.225 0.478 1,0.672-2.897-2,-4.965 1.723 5,-7.996 4.520 3,-1.840 3.269-3,1.213 0.679-2,-3.150 0.707-2,-2.450-0.254-1,-0.780-0.210 0,0.850-0.325-2,1.788-0.371 6,2.213-0.368-2,2.289-0.335 1,-1.537 0.153-3,20.531-2.757 8,-3.780-0.436 1,10.683-0.325-4,5.528 0.000-7,1.895 0.203 1,-2.953-1.112-2,0.569-0.906-1,-0.630-0.404 1,-1.425-0.034 0,1.664-0.898 11,-3.399 0.283-3,-3.439 0.369-10,-3.198 0.394 7,-2.790 0.379-2,-2.319 0.341 10,-2.048 0.388-2,-0.278-1.511 1,-10.545 0.933 2,-2.135 4.068 4,-1.005 0.113-5,-1.231 2.422-9,-2.379 1.409-2,-0.959 0.606 2,0.024 0.045 1,-0.220-0.316-3,0.200-0.523 0,0.450-0.619 2,-5.253 0.399 0,6.371-1.822 8,1.868-0.542-6,2.009-0.439 7,-1.833-0.108-10,15.933-1.762 5,3.521-0.238 1,-1.435-0.171 1,3.045-1.054-6,12.045-2.792-13,4.456-0.994 15,1.163-0.174-5,1.766-1.914-1,-2.739-0.685 0,-4.072-0.137-2,-4.676 0.686 3,-4.650 1.139 20,-4.250 1.318-15,-3.643 1.321-4,-1.035-1.280 3,-13.150 2.843 10,-9.251 8.909 12,0.169 0.570-18,-2.164 0.671-8,-0.358-0.085 0,-4.381 1.317-2,-1.701 0.864-1,14.520-5.457 5,-26.627 8.365 13,-3.344 0.445-22,0.855-0.767 7,-0.554-1.176 3,3.599-1.862-7,5.045-1.893 0,5.467-1.743 1,6.375-1.588 37,4.916-1.124-33,4.336-0.882 20,3.624-0.660-33,12.227-2.495 32,0.538 1.379 2,16.623-2.179-7,2.290-2.007-16,3.269-1.852-42,-11.257 2.171 53,10.575-3.668 3,4.484-1.227-2,4.027-1.997-20,2.712-0.898 15,1.645-0.871-2,0.861-0.012-8,-10.718 3.121 1,18.801-7.243 2,-39.834 13.676 5,39.391-14.108-3,-7.572 2.316 6,-8.430 2.763 1,-8.182 2.783 4,-7.297 2.542-4,-6.103 2.169 11,-4.834 1.748-17,-14.061 1.776 6,-0.306 2.224 0,-4.438-0.246 23,5.684-0.406-10,-5.174 0.019-17,-20.957 1.850-5,-3.348 1.334-1,-1.883 1.044-2,2.866-0.038 3,-6.670 0.233-6,1.064-0.537-1,1.926-0.772 14,3.215-0.675 18,4.492-0.638-28,5.746-0.576 2,5.395-0.452 25,5.032-0.362-22,4.406-0.274 16,3.651-0.198-27,12.692-1.037 28,2.006-2.843 9,0.636-2.385-14,-1.523 1.989-10,0.473 0.027 1,-0.180 0.343 0,-0.574 0.515-2,-0.778 0.581 2,3.659-0.990-2,-2.897 1.811 2,-15.904 1.342 16,-0.823 2.368-17,-3.616 1.125-4,-2.249 0.621 4,-1.177 0.240-1,-6.551 1.533-3,-1.735 0.356-2,0.249-0.149 1,1.534-0.469 2,3.870-0.693 14,2.018-0.119-15,2.038-0.023 2,0.436 0.489 0,3.668-0.608 1,3.469-0.712 11,0.841 1.342 0,14.128-1.369 5,2.933-3.769-6,-1.981-0.895-1,1.411-0.820-5,-2.793 0.346-3,5.345-1.266-2,7.057-2.311-1,4.110-1.472 2,-12.407 3.640 2,20.354-5.079-6,1.634-0.902 0,-10.192 2.471 2,-0.780-0.263-1,8.464-3.703-3,-5.187 1.002 15,-5.673 1.447-9,-5.473 1.592 5,-4.874 1.539 12,-4.081 1.376-17,-10.166-1.195 6,-4.665 8.167 4,-1.179 1.161 2,-4.289 1.380 1,-2.635 0.518-12,-1.369-0.085-3,2.570-0.529-1,-0.355 0.458 2,-0.248 0.435-3,-4.514 2.289 1,2.506-0.532 16,3.154-0.894-7,3.291-1.043-10,3.106-1.051 6,2.732-0.966-1,2.277-0.835 4,0.165 1.730 1,14.876-0.521 9,-0.732-3.971 1,3.229-2.307-14,2.665-1.384-3,1.124-0.765-1,0.011-0.304 4,1.882-1.652-2,-2.409-0.226-2,-0.831-0.660 0,-2.592 0.664 2,-0.989 0.236 2,-0.999 0.428 7,0.613-0.421-3,-2.277 0.950-4,-2.261 0.946 18,0.676-1.118-24,-15.750 2.089 15,2.398 3.112-6,-1.609 0.445-1,-0.834 0.497-2,-0.271 0.500 0,0.314 0.082 0,-0.104 0.004-2,-0.935 0.269 0,1.722-0.306 1,-1.626 0.878 9,16.472-0.514-4,0.510-2.398 0,4.320-1.398-2,-2.638-0.641-4,0.749-0.259 0,4.046-0.199-14,1.548-0.142 27,-0.121-0.099-14,-1.138-0.059 4,-1.670-0.036 0,-1.856-0.013-2,-2.213 0.235-2,-2.246 0.372 3,0.448-1.054-1,-14.327 0.529 19,-3.767 2.943-9,-4.125 1.414-12,-5.376 0.761 1,-2.493 0.280-1,-8.919 1.773-5,-3.749 1.204-2,-0.250 0.754 2,-8.243-0.062 12,-2.753-0.560-16,0.857-0.819 5,3.083-1.103 20,-9.276-0.579-27,0.213-0.856 0,1.419-0.750 32,3.684-0.549-10,5.746-0.423-19,5.785-0.310 2,6.665-0.212 32,6.647-0.138-29,6.081-0.076 42,5.221-0.035-38,4.255-0.007 1,12.756-0.548 4,1.733 0.705 0,-0.083 0.055 0,-0.245 0.005 1,3.070-1.033 5,-2.551-0.627 0,1.234-0.325-7,0.526-0.104-3,4.900-1.340-4,1.794-0.460 3,0.358-0.011-2,-3.185 0.954 9,1.031 0.266-5,1.227-0.087-4,1.305-0.333 0,0.925-0.092 9,-4.191 0.840-2,6.006-0.602-5,0.808 0.264-2,7.047-0.178 0,6.903-1.019 8,0.689-0.188-7,-2.057 0.225 3,-15.371 1.821-1,8.026-1.431 2,-0.766-0.178-6,-1.306 0.077-1,4.405-0.572 28,-3.923 0.615-24,-4.631 0.684-2,-4.639 0.664 23,-4.230 0.595-21,-3.600 0.496 1,-0.808 0.030 0,-13.149 1.321 4,0.461 0.069-1,-0.029-0.258 1,0.064-0.128 0,-1.197 0.018 0,-1.486 1.213 6,-0.461 0.998-1,-1.598 0.796-37,-0.662 0.613 32,-0.109-0.245 18,1.818-0.417-23,-5.221 1.435-1,-1.392 0.115-1,-8.155 2.101 4,3.666-1.233 1,4.862-0.999-3,-12.918 4.592-1,11.054-3.437 3,-17.292 4.653-6,0.515-0.189 8,2.789-0.507-4,4.205-1.015 0,5.299-1.421 3,5.266-1.474-1,4.795-1.380 23,4.093-1.202-40,0.793 0.227 5,15.305-3.181 26,-0.753-0.811 2,6.758 0.451 2,-4.930 0.242-11,2.339 0.018-8,1.676 0.016-1,-2.430-0.192 0,0.766-0.366 1,5.810-0.685-1,14.563-4.443-5,4.916-2.217 1,8.961-4.327 5,0.695-1.310-8,-2.955 0.333-2,-20.135 6.213 5,5.830-1.435 1,-2.394 1.048 13,-2.682 1.097-11,4.399-0.191-5,-4.075 1.727 44,-4.079 1.466-36,-4.095 1.182 7,-3.757 0.908 4,-3.236 0.663-13,-2.646 0.456 4,0.615 0.630 5,-0.784 1.970 0,0.453-2.530-2,-0.201 0.036 0,0.214 0.013-1,-0.184 0.000-2,2.093 0.000-1,0.218 0.000-2,2.048 0.000-1,-3.510 0.000 3,7.226 0.000-1,-5.152 0.000-1,2.170 0.000-1,0.338 0.000 1,6.020 0.000-1,-1.356 0.000 1,-1.977 0.000 1,-2.193 0.000 0,-2.145 0.000 0,-1.931 0.000 0,-2.072 0.106 2,0.984 0.615 2,-9.393 5.147 2,-2.878-1.929 1,-1.020-0.231 0,-3.163-0.686-4,0.993-0.319-4,-0.972 0.129 1,0.872 0.176-1,-0.482 0.362-1,-0.086 0.072 1,0.192-0.135-1,-1.899 0.213 3,0.256-0.498 1,0.619-0.540-4,0.808-0.529 1,0.870-0.482 6,1.168-0.451-2,0.683-0.315-2,-4.648 0.000-1,1.613-0.105 4,2.240 1.638 1,5.372 4.888-2,2.359-0.122 0,0.236 0.165-2,5.065-1.500 0,0.472-4.202 0,5.141-3.531-1,2.873-1.730-2,1.035-0.748-1,2.584-1.895 0,0.555-1.104-1,-0.743-0.523 0,-2.069 0.355 6,-2.718 0.864 0,-2.884 1.104-4,-2.750 1.163 1,-2.436 1.100 0,-0.699-0.735 3,-10.041 2.478 6,-0.908 2.204 2,-3.360 0.479-3,-2.111 0.532-3,-1.147 0.536-7,-1.735 0.347 0,1.681 0.269 0,1.832-0.431 0,-6.938 1.748-1,-11.638 3.078 9,2.995-0.128-9,5.406-1.395 1,-1.400 0.112-1,-1.358 0.390 0,-16.644 4.346-4,-1.050 0.290 1,9.856-2.629 6,0.937-0.489 1,-14.852 2.783-3,6.479-1.886 1,7.779-1.895-2,7.862-1.727 39,7.196-1.473-38,6.153-1.185 1,3.034-0.330 0,15.138-2.136 6,1.982-0.425-1,0.239 0.105 1,-0.360 0.229-1,8.899-1.238 22,-0.233-0.590-17,1.807-0.259-12,3.330-2.706-3,0.494-1.399 2,-1.499-0.450 0,-2.622 0.179-22,-3.106 0.555 29,-3.153 0.743 27,-2.929 0.801-32,-2.548 0.770 2,-2.108 0.691 0,1.079-1.683 0,-7.413-1.020 7,-6.300 9.067 13,1.827 3.310-2,-1.067 1.820-49,1.901-1.202 63,3.066-0.508-30,10.366-3.727 2,2.571-2.603-2,1.939-0.162-3,1.136-0.069 0,-0.217 0.069 0,-1.816 0.155 0,-2.335 0.191 0,-2.448 0.193 0,1.360 1.029 3,-10.488 5.311 4,-5.321-2.901 1,-5.029 0.547 0,-3.823 1.703-4,-1.900 1.154-5,-2.962 1.964-2,-0.608 0.878-1,0.898 0.132 0,0.315-0.591 6,2.314-1.498 4,2.940-1.717-7,3.054-1.699 1,2.854-1.535 7,2.477-1.299 2,-0.345-0.884-2,7.054-8.217-4,4.546 1.522 5,1.346 4.050 3,-0.939-1.602-2,-5.210-3.213-6,3.876-0.461 0,1.888 2.584 0,1.835-1.749-2,0.927-1.052-1,3.056-1.484 0,1.349-0.200 0,0.181 0.608-1,-6.268 3.455 2,4.535-3.767 1,-2.218 0.868 0,-2.346 1.207 0,-2.209 1.299 0,-0.355-1.481 11,-9.661 2.804-8,-1.872 6.786 0,-2.690 1.417 0,2.367-1.207-1,-0.082-0.192-1,-0.766 0.091-2,-6.194 3.674 0,-1.468 1.037-1,-0.068-0.022-1,-0.598-0.671 1,0.553-1.016 1,1.213-1.144 1,2.131-1.055-3,2.194-0.813 10,2.190-0.650-5,2.016-0.491-2,-1.095 1.070 3,4.650 2.872 2,7.115-1.697-1,2.094-2.986 3,1.056-0.854-2,4.474-0.217-6,-1.859-0.159 0,1.245-1.484 0,0.553-0.780 0,-0.237-0.298 1,-1.062-0.012-1,-1.787 0.237 0,-1.954 0.342 2,1.733-0.827 1,-14.753 0.984 4,-1.126 3.055 0,-4.832 2.330-4,1.515-1.325-3,-3.350 2.361-2,-3.130 2.101 1,-1.174 0.910-2,0.532 0.246 6,1.515-0.174-6,2.432-0.794 4,2.770-1.096-2,2.728-1.180 0,2.457-1.129 1,0.314 0.705 3,12.524-2.995 10,-0.699-1.912-1,0.730 0.447-7,2.687 0.168-1,1.024 0.041-4,-4.544 0.021 1,1.829 0.004 0,0.561 0.002-1,8.269 0.005-3,-2.301 0.004 4,-0.505 0.002-3,-0.748 0.001 3,-2.233-0.001 1,-2.410-0.002 0,-2.320-0.001 8,0.792 0.003-16,-14.085-0.003 15,-2.402-0.006 0,-4.374 1.117-4,2.899 0.929-6,-1.358 0.748 0,-0.539 0.584 2,-5.890 0.908-5,-1.443-0.116 1,0.112-0.382-1,-4.370 1.153 12,0.073 0.097-12,1.823-0.376 0,2.737-0.629 7,3.058-0.731 2,3.267-0.719-5,3.245-0.675 24,2.886-0.577-37,-0.132 0.038 2,14.169-1.914 26,-0.941 0.311 1,0.766 0.244-6,1.226-0.006-8,1.505 0.000-1,0.786-1.014-2,1.184-0.627-1,0.357-0.324 1,-0.220-0.104 0,-0.120-0.359-8,-0.753-0.377 21,-0.841-0.411-12,0.315-0.547-1,-1.119 0.260 3,-1.021 0.454 2,-0.848 0.535 1,-0.668 0.540 0,-0.504 0.497-1,4.646-0.217 1,-0.691 1.012 3,-3.255 0.606-8,-13.462 0.886 4,-0.738-0.783-1,0.457-0.043 1,-0.535 0.003-1,1.004 0.007-3,-1.997 0.001 1,-0.980 0.000-1,-0.060 0.224 0,0.510 0.342 0,0.815 0.387-1,0.943 0.382 1,0.934 0.348 1,-3.171 2.290 1,6.805 1.767 3,10.513-4.110 0,0.948-1.322 0,-2.423-0.278-1,0.634-0.048-2,1.955-0.970-2,1.771-0.600-1,0.787-0.310 0,0.076-0.098 2,1.096-1.679 12,-1.740-0.521-14,-2.071 0.026 1,-2.105 0.361-12,1.323-2.134 18,-8.507-0.070 0,-6.511 6.363-2,-5.334-0.087 2,-1.561-0.180-2,-2.102-0.016-6,-1.769 0.204-1,-2.375 0.362-1,-1.029 0.443 0,-0.037 0.476 0,-8.297 0.786 8,0.164 0.045-8,2.064-0.172-2,-1.096 1.050 17,1.237 0.372-11,2.569-0.073-5,7.321-1.083 25,3.110-0.505-21,0.930-0.216-1,-1.088-0.044 0,0.808-0.291 4,0.799-0.274 14,-2.228-0.057-13,2.376-0.366 1,2.417-0.287-1,2.236-0.211-1,-2.199-0.173 0,3.669-0.364 1,-0.087 1.132 0,5.470 5.311 5,6.823-0.598 2,4.564-3.667-9,2.258-0.920-2,10.766-0.222-2,5.074-0.237-2,1.673-0.186 1,10.108-1.565-1,3.311-0.858-6,-1.153-0.350 5,0.356-0.010 15,-2.934 0.204-18,-4.714 0.315 1,-10.900 0.414 3,-3.881-0.120 37,-3.789-0.207-35,-3.520-0.257 2,-1.770-0.601-1,-4.049 0.161 19,-1.404-1.581-6,-11.030 0.136-1,-1.800 3.408-2,-0.141 0.825 4,0.194 0.016-3,-6.548-0.139-10,1.956-0.063 0,-1.473-0.008 1,-0.484-0.005-1,-2.157-0.005-1,2.795-0.005 0,-5.076-0.004-1,6.710-0.001 2,-0.466-0.001 3,-10.269-0.001 8,8.240 0.000-10,-10.307-0.002-2,14.270 0.190 4,-17.073 2.054-2,-2.349 1.097-3,-0.349 0.542 5,1.021 0.135 1,0.888-0.149-7,1.762-0.331-1,7.046-1.048 1,1.366-0.286 2,-15.445 0.945 9,5.500-1.238 7,2.237-0.549 0,4.323-0.518-13,1.759-0.283-5,2.017-0.225 2,0.705-0.176-1,3.463-0.152 19,3.273-0.094 1,2.879-0.049-23,0.120-0.175 1,13.790-0.247 16,-0.665 0.568-1,-0.624-0.448-4,4.374-1.256-4,5.085-0.483-1,0.604-0.413-2,18.547-3.621-7,8.001-1.652 1,4.148-0.833 0,10.249-1.126-2,2.006 0.130-6,-3.240 0.892 1,-13.598 1.702 16,-3.588 0.316 13,-4.318 0.582-23,-4.600 0.732 1,-0.798 0.014 6,-6.844 1.166 41,-6.137 1.070-7,-5.211 0.924-61,-4.219 0.761 20,-13.591 0.700 22,1.064 1.350 4,-1.303-0.133 3,-5.588-0.203-11,-0.859-0.106-7,-2.509-0.019-4,-2.189-0.019-2,-2.757-0.011-1,-14.273-0.009-4,-2.128-0.012 2,16.835-0.004 10,-15.389-0.005-10,6.749 0.001 2,7.490 0.000 7,-7.642-0.003-8,0.356 0.802 13,-0.727 0.532-5,4.138 0.077-2,0.936 0.132 2,-13.499 1.348 0,2.919 0.542 0,4.769 0.494-5,4.210-0.036 8,4.812-0.338 3,4.839-0.504-12,4.450-0.565 2,3.841-0.554 30,0.220 0.488-29,15.281-1.422 3,-0.070-1.477 1,-0.384 0.360 0,12.091-2.620 4,2.990-1.858-4,3.274-1.167-7,0.889-0.636-2,-5.253 1.326-17,-4.810 0.998 22,5.693-1.550 3,2.827-1.044-1,-0.331-0.337-7,-6.019 1.674 28,-0.887 0.278-23,0.762-1.013 0,-9.183 3.059 2,11.960-4.800-2,-3.568 0.918 0,-3.741 1.160 8,-3.520 1.205 3,-3.079 1.128-2,-0.459-0.630-9,-12.330 2.800 4,-0.815 2.075 1,-3.292-0.605 3,-10.153 4.049-2,-7.017 2.201-11,-2.946 0.814-1,-1.556 0.699 2,-0.276 0.151-5,1.778-0.505 3,-1.425-0.022-2,2.570-0.491 13,3.561-0.426 0,4.542-0.847 0,4.597-0.990 12,4.325-1.015 4,3.800-0.947-45,0.346 0.569 24,15.344-2.357 13,1.652-1.722 5,22.770-0.166-11,7.343-0.536-13,5.719-0.795-4,-18.738 0.596 5,0.840-0.439-1,24.367-3.181-7,4.080-1.428-2,0.232-0.891 9,-8.823 0.980 17,-12.388 1.754-12,-1.023 0.234-3,-1.472 0.301 1,-1.784 0.347 0,18.377-1.936-8,-7.551 1.271 39,-9.744 1.283-16,-7.585 0.914-5,-6.915 0.757 33,-5.941 0.595-49,-2.868 0.269 3,-15.534 1.110 16,0.960 0.701-1,-3.413 1.875 4,-2.606 0.981-3,-1.411 0.381-8,-0.528-0.040-1,4.792-1.720 0,-5.316 1.373-3,-6.160 1.263-3,2.787-0.386 2,4.109-1.079 7,-11.025 2.541 0,10.154-2.692-5,-10.566 2.976 0,-6.713 1.707 0,8.211-2.104 3,3.970-1.032 1,4.179-1.086 0,3.927-1.022-1,3.424-0.891 2,2.814-0.732-2,-0.170-0.119-2,0.098-2.646 1,-0.322 1.339 9,-1.574 2.800 8,-4.645 0.714-8,-2.705 0.796-13,5.328-1.281 3,-7.666 2.982-1,0.766-0.005-1,1.040-0.267 2,1.960-0.655 2,2.357-0.839-1,2.397-0.876-2,2.214-0.828 1,-1.697 0.512 1,2.688-2.811 1,0.041-0.469 0,-0.942 0.219 8,0.057-0.010 3,-1.371-0.001-7,-1.581-0.001-6,-0.616 0.000 0,0.212 0.000 0,1.147 0.000 0,1.453 0.000 1,1.508 0.000-1,-2.150 0.000 0,2.068 0.000 3,-0.083 0.000 0,12.863 0.000 9,4.684 0.000-7,-1.095 0.000-5,-2.652 0.000 0,10.460-1.202-2,1.427-0.699-2,22.882-4.116-1,3.885-1.768-1,1.945-1.124 1,-0.134-0.648-5,-1.274-0.066-3,-3.832 0.665 3,-3.075 0.164 1,-6.532 0.730 41,-6.358 0.651-40,-6.658 1.157 6,-5.478 1.106 9,-4.725 1.102 9,-3.878 1.012-5,-10.407-2.002-1,-1.733 6.448 5,-2.472 0.770 1,-1.764 0.331-14,-8.535 2.070-2,-3.735 1.234-4,-0.884 0.721 2,-7.434 1.795 0,-2.467 0.883-7,0.799 0.246 4,4.692-2.328 10,-0.304-0.662-4,0.837-0.804-9,1.580-0.859 4,2.945-0.282 17,6.426-0.802-6,-4.473 1.527-10,-3.760 1.243-2,10.378-2.785 10,-1.595 0.283 13,0.847-0.395-13,-4.022 1.928-3,4.919-1.208 1,-9.804 3.402 2,3.567-1.235 2,1.281-0.619-2,1.910-0.875-6,2.136-0.956-1,2.097-0.926 0,2.552-0.852 1,2.394-0.685 30,-1.609 0.032-37,15.876-2.612 16,1.852 0.864 3,-1.698 0.147-11,2.546 0.003 1,13.294 0.002-5,8.146 0.000-3,3.890 0.000 6,0.881-0.001-7,-6.745-0.001 2,-0.374 0.000 0,-7.024-0.426 2,12.527-2.426-4,-8.187-0.175 3,3.487-1.361 20,-3.342-0.065 0,-4.908 0.198-14,-3.762-0.015 3,-3.599-0.010 5,-3.254-0.004-5,-2.399-0.222 2,-1.006-2.578 2,-9.189 1.477-1,-5.066 4.035 1,-0.380 1.578 2,-0.907 0.188-6,-2.757 0.038-4,4.460-0.112 0,0.087-0.015 0,0.284-0.018 1,0.390-0.019 0,0.393-0.126 1,-2.965-0.637 0,2.406-1.778 2,5.223-3.794 1,5.697-2.066-1,-0.628 2.037-2,-2.485 0.273 0,-4.758-1.559-1,-1.451 3.411 0,-1.504 0.869 1,-2.610 1.039-1,-0.525 0.897 2,1.071 0.824-1,0.890 0.207-2,-4.691 0.005-1,-2.541 0.901 1,2.230 0.200 0,-6.515 0.703-2,-7.112 0.756-1,-2.047 0.081 1,-12.271 0.426-3,5.299-0.751 3,2.246-0.346 3,3.331-0.316 3,5.538-0.347-7,5.618-0.298 0,5.155-0.239 31,4.416-0.185-45,0.870-0.103 4,16.111-0.520 29,2.336 0.251 8,-1.102 0.095-13,2.114 0.005-3,10.198-3.235-12,4.491-2.194-2,1.063-1.372 7,7.685-1.697-8,2.746-0.332-1,-0.527 0.534 2,4.925-0.313 15,0.923 0.528-19,-1.622 1.004-1,-25.970 4.602 21,23.746-3.054 0,-1.475 0.425-18,-2.897 0.231 0,-27.804 3.929 8,20.391-2.783 21,-2.745 0.487-12,-2.925 0.515-14,-12.078 1.381 5,11.548-2.639-2,-4.168 0.053 29,-4.064 0.353-27,-3.672 0.512 9,-3.130 0.567-3,-1.089-1.907 0,-11.793 3.115-1,-4.070 1.444 2,2.954-0.018-1,-9.179 0.481-3,-6.054 0.719-7,-3.622 0.808 2,-5.292 2.577-4,-2.905 1.387-2,-0.083 0.441 0,14.113-2.237 5,-11.216 2.293 13,0.199-0.102-16,1.598-0.429-2,0.962 0.605 8,2.293 0.342 16,3.085 0.143-14,8.637-2.342-4,-9.646 4.408 16,3.150-0.362-11,3.338-0.963 4,1.501-1.089 5,2.534-1.411-11,2.584-1.333-2,2.381-1.168 11,2.047-0.962-3,1.664-0.753-6,-0.758-0.320-1,14.067-2.265 6,0.443 1.002-1,-0.172 0.264 1,-0.137 0.127-1,9.964-1.227-25,-1.622-0.710 40,1.736-0.309-22,6.442-1.446-2,1.836-0.528-2,-0.631 0.014 2,-2.115 0.353 6,-7.350 0.430 2,1.539-1.511-6,-3.937 0.211 0,-3.672 0.533 1,-3.196 0.683 15,-0.855-1.411-4,-12.043 1.241-1,-5.511 3.696-1,-6.386 0.086-3,-3.794 0.045-9,-1.379 1.958-1,-2.358 1.215 0,-0.545 0.623-1,0.714 0.187 1,8.554-0.975 13,0.236 0.455-6,0.422 0.485-6,5.241-1.239 2,-12.349 3.123-2,-0.487 0.672 3,0.031 0.167 15,0.753-0.202-9,1.235-0.456-5,-3.937 0.985 0,4.474-1.280 1,4.668-1.279 2,4.395-1.174 1,3.853-1.007 10,0.326 0.111-21,15.061-2.725 16,3.143-1.618 4,1.296-0.897 0,-1.135 0.967-8,2.347-0.797-6,2.640-1.249-1,12.494-3.519-2,-2.549 0.209-14,-0.592-0.373 16,-1.409 0.021 14,-3.474 0.812-14,-3.825 1.041 4,-3.743 1.101-4,-3.389 1.049 1,-2.896 0.934 9,-0.683-0.973-15,-12.981 3.750 23,-0.856 1.434 0,-5.657 3.071-1,2.300-0.987-15,-1.143 0.157-2,-3.087 0.782 1,1.705-0.501-1,2.515-0.667 12,2.797-0.709-14,2.731-0.673 2,0.342 0.452 0,13.653-1.517 9,0.589-1.367 0,0.615 0.131-1,17.211-6.582-25,2.822-3.240 16,2.557-1.761 17,1.244-0.607-19,0.076 0.051-5,-1.924 0.939 4,-13.465 4.834 3,-1.435 0.178 0,7.180-4.042 24,-4.858 1.237-25,-4.490 1.391 2,-3.889 1.368 17,-3.199 1.244-5,-0.502-2.162-3,-6.105 0.969-2,-7.319 4.022-2,-4.611 2.555 14,-4.780 2.423-15,-2.726 1.162-6,-8.183 2.203 1,-2.823 0.697-4,-0.090-0.134 3,-0.115 0.674 4,2.510-0.171-2,3.996-0.694-4,4.582-0.962 3,4.563-1.044 12,4.171-1.011 2,3.584-0.904-10,0.643 0.330-1,14.018-2.354 4,-0.479-1.047 0,0.142 0.327 7,2.069 0.110 7,-1.172 0.089-6,-1.414 0.053-13,-12.711 0.050 6,-0.373 1.225-1,-5.062 2.712-7,4.410-1.288 2,-0.960 0.267 2,-9.759 3.284-2,-1.670 0.619-3,0.666-0.096 1,2.043-0.523 3,2.709-0.741 1,2.885-0.811-3,2.750-0.786 3,2.427-0.700-1,-0.650 1.540 0,6.787 1.691 1,8.754-6.309 14,0.920-1.398 6,1.688-0.431-22,0.726-0.190 0,-0.744 0.201 0,0.689 0.072-3,0.731 0.128 4,-6.313 0.603 1,10.587-2.223-4,-1.132-0.242 10,-2.087 0.115-4,-2.520 0.332-2,-2.590 0.440 1,-2.428 0.471 1,0.063-0.686-1,-12.955 0.868 2,-1.258 1.793 3,-2.127 0.053 3,-1.146 0.037-11,-0.407 0.021 0,-2.572 0.018-1,-0.660 0.001 2,0.209-0.004-2,0.781-0.009 0,-0.560 0.188 7,2.357 0.273-2,2.463 0.312-4,2.324 0.309 1,-1.580 1.985 5,11.806 4.146 9,10.505-6.364-4,-1.633-1.782-11,1.763-0.438 0,0.733-0.236-1,11.928-3.444 0,-3.858-0.629 8,0.455-1.155-24,3.663-2.469 19,0.032-0.420 0,-0.671 0.438-6,-0.834-0.470 6,-2.840 0.546 2,-3.596 1.042 2,-3.801 1.278 0,-3.638 1.327 2,-3.262 1.260-3,0.002-1.031-4,-17.393 2.714 5,3.264 2.715 2,-1.171 0.044 5,-2.036 0.019-4,-6.723 0.303-10,-0.607 0.295 0,1.094 0.316 1,2.035 0.304 1,2.433 0.268 0,2.465 0.224 1,2.268 0.178-1,-0.674 2.338 2,4.141 1.232 2,4.654 1.471 6,11.066-4.281 2,-4.894-3.339-10,-0.023-0.616-1,0.661-0.660-1,0.016-0.592-2,-0.435-0.516 4,0.804-1.068 0,-1.648 0.127 1,-1.735 0.399-3,0.626-1.745 2,-9.653 0.313 3,-7.361 6.516 3,4.148-0.055-6,-2.637 0.203-1,-1.829 0.057-2,-11.212 1.976-4,-3.128 0.496 1,-0.225-0.061 2,4.748-0.920 0,0.768 0.002 2,1.616 0.033-5,2.122 0.053 4,-0.105 0.756-2,3.507-0.110 17,3.244-0.173-9,2.827-0.196-7,2.339-0.199 7,0.573 2.744 4,8.222-0.255 1,3.790-4.848-1,3.021-0.383-1,1.437-0.306-8,5.865-0.233-3,2.577-0.167-1,0.334-0.114 2,4.508-1.943 3,1.089-1.481-6,-1.107-1.073 3,-1.416-1.379 10,-1.510-0.788-12,-2.478-0.169-1,-2.917 0.237 4,-2.979 0.479 13,-2.804 0.602-7,-2.482 0.631-6,-2.095 0.609 1,0.774-2.001 0,-14.138 1.811 17,-1.699 7.276 5,-1.990 1.237-22,-7.809 1.277-4,-3.795 0.620 0,-1.426 0.330 1,0.549 0.326 3,-2.146 0.761-5,-0.618 0.136-1,0.477-0.306 4,2.194-0.951 10,0.786-0.670-9,0.800 0.014-3,3.571-0.894-1,1.036-0.316 3,-5.194 1.263 15,3.419-0.995 1,3.470-0.992-11,3.226-0.913-1,2.819-0.790 1,2.338-0.650 1,-1.474-0.096 1,15.413-2.224 15,0.426 0.809-12,0.844 0.096-8,-0.346-0.716 0,-1.287-0.069 1,3.850-0.635-1,0.568-0.971-2,-2.479 0.300 3,3.085-1.878-43,3.636-2.709 84,-1.857-0.110-71,-2.288 0.549 59,-2.345 0.895-28,-2.170 1.029-1,-1.871 1.012 1,0.901-0.799 0,0.462 3.415 0,1.049 0.200 2,1.893-1.841 10,1.796-1.633-10,3.430-1.712-6,1.700-1.049 0,0.425-0.542 1,-1.650 0.476 0,0.216-0.319-2,-0.569-0.689 0,-3.864 1.909 2,2.888-2.562-2,-0.806 0.001 4,-0.810 0.405 4,2.025-1.604 3,-2.660 1.578-1,-2.721 1.664-5,-2.526 1.576 9,0.128-1.012-14,-13.047 4.218 10,-0.030 2.415 0,0.178-0.381-2,-1.472-0.125 0,0.534-0.063-3,-0.800-0.024-3,-3.516-0.010 1,-1.743 1.150 0,-0.544 0.645-1,0.267 0.275 1,-0.016 0.164 2,1.258-0.184-2,1.376-0.290 2,1.305 1.091-4,1.150 0.425 5,0.961-0.019 7,1.543-0.358-6,0.765-0.039 0,-3.478 2.850-4,1.856-0.085 3,1.159-0.312-1,0.399-0.587 1,-0.505-3.043 1,-0.794-2.337 0,0.037 0.546-1,-0.048 0.022-1,-1.581 0.003 0,-0.745 0.001-2,-0.175 0.001 1,0.196 0.000-1,0.406 0.000 0,0.529 0.000 0,0.561-0.001 2,0.535-0.000 0,1.020 0.099 1,-2.905 0.579 1,2.409 1.576 0,5.406 4.718 0,9.302-2.765 1,1.256-5.339-2,2.907-1.611-4,1.230-1.239-3,5.625-1.853 10,2.330-0.653-16,0.106 0.140 7,1.492-2.145 6,-0.543-0.612-8,-1.754 0.388 2,-1.667 1.038 10,-2.549 1.218-2,-3.023 1.285-7,-3.066 1.221 0,-2.841 1.081 22,0.710-0.336-20,-15.665 3.620 4,0.038 0.018 0,0.805-0.355 2,-1.164-0.026 2,-5.191 1.404-7,-3.049 0.743-3,-1.475 0.275 2,-2.754 1.301-1,-0.462 0.487-3,0.986-0.058 0,0.345 0.088 5,1.346 0.169 4,1.848 0.206-7,2.558-0.264 4,2.780-0.532 9,2.685-0.651-11,2.401-0.671 1,0.101 0.747-1,11.565-1.636 10,0.562-2.261-1,2.371 0.439-1,-2.115 0.146-5,3.459-1.238-2,-3.941-0.197-1,0.435-0.253 1,0.236-0.101 0,2.768-0.429-1,0.118 0.179 1,-0.454 0.266-1,-0.783 0.302 1,-0.938 0.303 1,-0.966 0.282 1,4.314-0.229 2,-4.678 0.714-6,-12.539 0.889 5,-0.169-0.445 1,-0.370-0.037 0,0.002 0.012 0,-0.908 3.702-2,-0.586 2.894-2,2.957-3.337 0,-1.140 0.494 0,-6.716 3.183-4,-2.083 1.035 2,-0.370 0.433 0,0.784 0.010-1,2.566-1.720 3,-0.002-0.596-2,-0.234-0.710-1,-3.190 0.424-1,1.912-1.310 15,2.421-1.182-7,2.530-1.006-3,2.390-0.813 5,-0.298-0.213-8,14.043-2.580 7,2.133 0.966 0,-3.292 0.208-1,3.458 0.021-3,-0.487 0.037-2,2.163 0.016-2,1.803 0.013 2,5.521 0.010 0,-6.179 0.013 1,11.636 0.005-3,-3.865 0.005 0,16.269-1.246 1,-3.493-0.707-3,-0.950-0.307 2,1.014-1.541 4,-3.206-0.573-5,-4.511 0.001-4,-4.957 0.357 5,-4.828 0.550 14,-4.352 0.624 0,-3.704 0.620-12,-0.654-0.604 0,-13.883 1.425 4,0.003 1.921 0,-0.532-0.340 6,-7.358 1.188 17,1.905 0.962-28,-1.677 0.806 0,-0.521 0.613-1,4.812-1.166 1,-8.253 2.457-2,-1.217 0.354-1,-0.251-0.111 0,1.242-0.572 15,0.967-0.540-11,6.231-1.213 0,0.125 0.060-1,-7.741 1.925-3,-1.074-0.017 13,1.551-0.746-1,12.223-2.570-4,-8.555 3.108-3,2.156-0.136 0,1.959-0.468 1,2.274-0.670 6,2.093-0.665 5,-1.085 0.932-18,13.384-1.921 13,0.793-2.216 0,3.485 0.397-6,-2.294 0.028-1,1.282 0.002-1,0.580 0.001 0,3.945-1.130-1,2.612-0.950-2,1.179-0.776 0,0.119-0.612 5,-0.224-0.009-2,1.316-0.742-1,0.862-0.330-3,-4.155 0.674 1,13.102-3.302 5,-5.045 1.076 5,0.128-0.367-9,-6.212 1.640 4,-0.502 0.147-1,13.998-4.522-4,-2.801 0.445 1,-4.265 1.048 3,-4.772 1.320 8,-4.652 1.365-3,-4.165 1.274-3,-3.497 1.103-3,-1.079-0.143 1,-13.134 2.884 3,-3.293 0.724 1,2.320-0.712 4,-1.377-0.031 0,-6.297 2.915 2,-3.679 1.494-15,0.265 0.006 3,-2.264 1.035 2,-2.679 0.892-7,-0.775 0.277 1,0.587-0.163 12,-1.160 0.442-9,0.352-0.063-3,1.380-0.412 0,2.021-0.630 0,1.112-0.498 16,2.418-0.889 0,0.725-0.357-15,3.742-0.901 2,3.477-0.724 7,3.031-0.555 9,-0.703 0.857-2,9.078 4.094-6,5.531-2.621 2,1.778-3.506 0,1.021-0.547-4,-2.651-0.118-3,4.694-0.009-2,7.247-0.033-2,-5.865-0.039 3,24.011-0.018-4,-0.743-0.030-2,-0.335-0.011 2,-2.495-1.384 2,-4.040-0.745-2,-5.023-0.289-1,-5.221 0.020 2,-4.927 0.211 31,-4.338 0.309-29,-0.812-0.870 1,-16.634 0.444 4,1.718 2.327 0,-0.010 0.143 0,-1.141 0.024 0,-4.151 1.336 13,-4.722 0.747-8,-2.452 0.273-12,3.962 0.903 1,6.916-1.274 1,-18.044 5.367-4,-3.192 0.827-1,-4.305 0.775 11,2.356-0.881-9,4.300-1.271-1,5.087-1.390 2,5.099-1.339 1,4.649-1.186 17,3.960-0.987-15,0.713-0.090 0,13.802-2.640 3,-0.146-0.047 1,3.081 0.548 11,3.578-0.701 10,8.101-1.613-29,4.235-1.357 2,-0.289 0.152-17,1.327-0.097 27,-0.253 0.134-13,-1.334 0.287 2,2.291-0.224-1,-4.635 0.655 12,-4.882 0.646-11,-4.641 0.588 20,-4.110 0.505-26,-0.906-0.057 2,-16.426 1.246 19,2.073 0.294-2,-2.364-0.010 2,-7.331-0.161 3,8.858 0.365-9,-16.298 3.684-46,3.162 0.240 48,-0.314 0.259-3,5.013-0.293 13,-2.738 1.930-22,3.376-0.257 11,3.556-0.669-15,3.365-0.865 7,2.960-0.913 20,2.216 2.440-18,9.886-4.567 4,-0.687-1.578-1,-0.074-0.200 0,3.130-2.644 2,2.932-1.458-1,1.266-0.528-5,1.472-1.336-2,0.137-0.298 0,-0.697 0.369-1,-1.696 0.720 2,-2.290 0.928 5,-2.411 0.957 0,-2.279 0.891 4,-0.060-0.515-12,-12.640 2.228 14,-9.772 2.321-1,-1.009 0.470-9,-2.915 0.310-3,-1.223 0.082-1,-6.633 0.302-3,0.347-0.274 1,2.110-0.352 1,6.321-0.558 1,2.439-0.257 13,2.433-0.236-1,2.286-0.209-9,2.302 0.331 0,2.176 0.674 8,2.205 0.445 1,-1.640 3.408 10,5.210 2.019-8,8.800-0.163-8,0.862-4.265 0,1.247-2.763-1,2.240-1.397 0,-4.693 0.118 1,14.622-4.922-5,-2.431 0.054 2,0.729-0.528-24,0.025-0.876 32,-0.475-0.280 1,4.488-2.241-8,-2.482 0.990-3,-2.771 1.347 3,-3.201 1.373 6,-3.614 1.444-2,-3.359 1.281 19,-0.665-0.355-31,-19.645 2.785 28,-8.173 2.677-18,-4.234 0.734-7,-1.887 0.270 2,-3.558 1.275-3,-0.104 0.448 0,2.038-0.102-1,3.235 1.196 8,5.011 0.143 9,5.091-0.424-12,4.686-0.729 1,4.025-0.846 26,2.422 1.269-24,10.545-2.050 2,0.939-2.640 1,3.571-0.363 1,2.127-0.049 3,1.952-0.022-4,0.687-0.009-7,3.644-1.091 0,1.163-0.644-1,-0.171-0.306 0,1.833-1.940 5,-3.107-0.550 5,-3.530 0.090-8,-3.466 0.469 1,-3.113 0.652 7,-2.621 0.705-1,0.489-0.817 0,-0.823 2.455-5,1.947 0.976 7,-1.630-2.585 13,-9.340-4.579-18,-2.374 4.138 1,-4.153 0.989-3,-2.642 1.173 0,2.704 0.665 0,0.760 0.137 1,-11.219-0.010-2,0.408 0.105-2,-3.193 0.048 0,-19.754 0.044-3,5.609 0.052 0,3.062 0.022 2,4.825 0.008 2,5.498-0.001 2,5.448-0.005 2,4.958-0.008-3,4.240-0.010 0,0.600 0.015 1,15.287-0.020 4,-0.242-0.040 0,3.569-0.211 9,-0.001-0.339 2,0.684-0.405 2,-0.225-0.423-10,-0.820-0.409-7,-1.421 0.112 0,2.606-0.433-2,3.403-1.312 0,0.898-0.437 14,-0.261 0.057-12,-0.657 0.547 0,-0.585 0.438-1,-1.104 0.488-1,-1.356 0.485 1,-4.740 0.898 7,0.145 0.151-1,2.912-0.017-3,3.676-1.120 0,-4.993 0.614 5,3.698-0.601-4,5.628-0.517-4,-6.766 1.030 1,0.186 0.083 1,8.698-0.719 0,-1.192 0.364-2,-1.824 0.364 0,-2.765 0.345 0,-2.805 0.280 4,-2.737 0.232 16,-2.470 0.182-24,0.178 0.087-1,-12.967 0.662 17,0.492-0.372-2,-8.916 2.665-1,0.375 1.469-8,-3.262 0.551-3,1.498 0.003 1,-0.986 0.354-3,-0.320-0.041 2,0.466 0.145 0,-0.626 0.135 1,4.269-1.434 8,-5.791 1.760-5,4.675-1.174-3,0.015 0.302 5,0.189 0.110 1,0.324-0.046-1,-4.439 1.340 0,0.712-0.105-3,0.958 0.040-1,-2.817 1.420 2,3.221-1.022 4,3.359-1.244 1,3.170-1.280-3,2.797-1.198-1,-0.806-0.122 2,8.857-8.896 2,2.413 0.170 0,2.829 3.785 4,-0.591-0.946-3,4.132-2.562-3,-0.953 0.374-4,-1.356 0.959 0,0.436-0.012 0,3.373-2.834 0,-0.291 0.077-1,-0.392-0.153 0,-0.923 0.024 1,-3.405 2.804 3,4.474-3.091 2,-0.542 0.404-4,-0.717 0.375 1,-4.185 3.225 2,5.247-2.665 0,-4.684 3.377-4,0.301-0.071 1,5.814-2.282 4,0.766-0.220-1,-0.010-0.133-5,3.020-1.427 1,0.527-0.065 0,-0.541 0.551-2,-1.180 0.885 10,-1.478 1.015-10,-1.535 1.013 1,-0.454-0.387 0,-0.696 0.019 8,-0.972 0.327 3,-1.064 0.494-4,-1.039 0.560-6,0.985-1.744 0,-1.100 0.455 2,-1.383 1.433 2,0.638 0.205 3,1.800-1.418-7,3.331-2.994 1,-2.142 0.196 0,-1.187 0.258 1,-1.479 0.714 0,-1.522 0.926-1,0.948-1.706-1,-11.047 3.066 3,-2.389 3.270 0,1.518 1.167 2,-4.766 0.710 2,-10.365 3.642-11,-3.225 1.945 0,-3.005 1.701 0,-1.071 1.128-1,-16.283 7.198-5,-2.268 1.331-2,2.092-0.764-1,4.739-1.631 20,1.136 0.308-3,2.974-0.454-14,0.019 1.052 10,4.507-1.246 28,5.416-1.885-25,5.524-2.120-8,5.124-2.088 20,4.450-1.893-12,3.961-2.052-4,2.871-1.542 3,3.119 2.166-1,7.929-5.954 5,7.679-2.356 34,-1.444-0.062-38,2.332-0.779-5,12.035-3.400-2,2.496-1.512-3,2.538-1.140 8,-2.255 1.353-2,2.388-0.172-5,0.942-0.046 0,-7.585 1.578 1,33.556-6.020 16,4.139 0.022-26,-1.867 0.998 14,-22.180 4.035 9,-1.508 0.193-10,13.671-2.015-11,-12.351 2.424 5,-20.355 3.058 6,25.215-4.271 33,-8.396 0.807-26,-4.344-0.068 7,-0.450-0.731-2,-6.013 0.912 0,-5.336 1.097-4,-6.106 1.623 0,-2.347 0.758 8,-1.625 0.603-2,-1.863 0.655-1,-1.483 0.542-1,4.420 0.077-5,1.132 1.058-1,0.445 0.432 0,-5.718-0.204-1,-0.209-0.011-1,4.903 0.153 0,-2.504-0.131 0,-2.221-0.116-1,-0.207-0.081 0,1.016 0.422 5,1.256 2.729 2,0.468 1.183-5,1.260-0.402-2,0.969-1.149 2,-1.447 0.341-1,-3.380 1.004 2,0.780-0.153 0,2.545-0.541 0,-2.441-1.873-2,6.423 3.920 0,-4.775 0.050 1,-0.311 0.953-2,1.969 1.059 0,0.876 0.219-2,0.485-0.045 1,0.500-0.666 7,-0.595-0.800-6,-1.346-0.896-1,-1.703-0.883 0,-1.787-0.802 3,-1.693-0.687 3,1.228 1.493-1,-3.583 1.320-3,2.257-2.308 10,3.211-3.046 0,-1.985-0.355-11,0.141-0.077 0,-0.255-0.056 0,-0.478-0.035 0,4.280-0.065 0,-0.416 0.000 2,0.363 0.018 2,-3.808 0.035 0,0.372 0.005-2,9.073 3.477-3,-3.699 0.597 5,0.669 0.416-4,3.509 0.226-1,0.735-0.436-4,-0.503-0.626 2,2.725 0.826 5,-0.015 0.153 2,-1.603-0.251-7,-2.441-0.479 14,-2.746-0.577-12,-2.700-0.588 0,-2.440-0.544 1,1.553 0.841-1,-3.936 0.404 2,-1.958 1.886-1,0.440 1.231 5,-3.708 0.662 10,-13.304 6.808-3,-3.113-3.066-13,-2.192-0.050-2,-3.011-0.944-1,-0.499-1.415-1,1.091-1.586 1,-2.657-1.558 1,-0.555-1.411 11,0.790-1.203-6,-0.770-0.972 8,1.099-0.750-15,2.161-0.549 1,6.244 0.415 8,0.625 0.342 9,3.761-0.211-14,-7.128 0.845-1,3.562-0.406 11,-0.095-0.091-2,0.200-0.129-5,0.405-0.152-1,3.504-0.369 0,-8.676 0.294-1,0.604-0.265 0,1.419-0.226 5,-0.524-0.187 0,0.803-0.142-5,1.657-0.107-2,2.047-0.073 11,2.121-0.051-6,1.991-0.029-3,1.747-0.015 0,-3.785-0.065-1,2.139 0.025 12,1.449 0.034 0,0.936 0.031-8,-1.305 0.018 0,13.529 0.029 2,1.281-0.014 0,-1.261 0.000-5,1.257 0.000 0,2.927 0.000-1,2.220 0.000-1,1.312 0.000 1,-4.667 0.000 4,10.072 0.000-5,1.566 0.000-2,-0.105 0.000 2,-5.778 0.000 4,0.963 0.000 0,0.458-0.289-2,0.060-0.494-2,2.423-0.558-1,-0.063-0.254 5,0.673-0.105-1,-0.055 0.004 1,-0.574 0.083 2,5.378-2.195 4,-2.558-1.179-7,-3.382-0.781-1,-8.645 2.524 1,5.355-2.250 5,-2.071 0.627-2,-1.903 0.796-2,-3.637 1.485 11,-0.720 0.454-10,-0.557 0.425-1,4.795-0.428 2,-4.520 1.364 0,-0.008 0.250 1,2.032 0.186-3,-0.258 0.249 0,-0.357 0.161-2,-0.995 0.044 0,0.253 0.034 3,0.016 0.017-1,-0.143 0.002 1,0.978 0.020 0,-0.301-0.023 0,-0.326-0.025-3,-0.123-0.245 0,-0.723-0.371 2,4.161-1.702 2,-2.364-1.440-1,-0.805-0.212-1,2.032 0.929 2,-2.790 1.877 0,0.571 0.260-2,-0.062 0.220-1,-0.663 0.188 0,3.661 0.047-2,-3.583 0.299 2,0.276 0.283 2,-0.457-0.141-1,1.894-0.379 3,1.766-1.374 2,-1.299-1.589-7,-2.330-1.014-1,-0.015 0.580 3,-0.249 0.765 1,-0.491-0.597 1,-3.368-2.941-2,-2.715-1.455 1,-1.074 1.433-1,-4.619-2.513 0,-3.378 1.016-4,-1.481 3.609 2,-3.932 2.054 2,-4.893 0.555-1,6.481 0.858-2,-12.415-0.128-5,15.052 0.647 5,-25.815-0.188-4,-2.256 0.274 1,1.389 0.190 3,3.245 0.128 1,5.675 0.071-3,6.019 0.032-1,5.696 0.004 2,4.996-0.013 19,4.130-0.022-31,1.210 0.062 10,13.946-0.037 14,-0.567-0.185 7,0.101 0.005 0,1.554 0.016-3,1.061-1.871-1,2.663-1.443-15,1.085-1.058 4,-5.328 1.824-2,0.408-0.005-1,6.520-1.520-1,0.092 0.415 0,-0.133 0.547 2,0.291 0.053 5,-0.458-0.034-6,-0.934-0.093 3,0.567-0.454 3,-2.675 0.426-5,-2.738 0.535 14,-2.544 0.557-20,0.220-0.618 0,-12.601 1.365 15,-0.599 2.177 2,-3.216 2.575-5,0.097 0.765-4,0.685 0.414-2,-1.480 0.774 0,-3.808 1.749 1,0.042 0.352-4,1.219 0.068 3,2.210-0.680-1,1.905-0.617 1,1.893-0.714 2,1.736-0.721 0,-1.021 2.847 1,3.928-1.945 3,2.085 1.113 0,2.671-0.021 0,4.571-1.963 2,-0.948-4.108-6,0.857-1.290-1,3.636-1.191-1,2.284-1.030-1,1.254-0.845 2,4.260-1.639-1,1.563-0.564-5,-0.225 0.144 2,-5.118 1.750 9,-0.074 0.416-6,-4.029 0.699-1,6.537-2.110-2,-3.563 0.391 2,3.604-2.088 15,-2.235 0.345-10,-2.583 0.769-3,-2.567 0.954 1,-2.330 0.985-1,1.734-0.991 1,-3.285 2.089 0,1.323 3.871 1,-0.868-1.317 5,0.930 4.654 5,-0.877 1.291-10,-0.471 1.329-3,-0.256 0.422-1,0.108 0.047 1,-1.304-3.095 2,4.337 2.377-1,-1.164-0.122 3,-1.704-0.453 0,0.115 0.490-3,0.884 0.994 1,-0.227-0.426-1,-0.385-0.618 1,0.048-1.006-1,-0.282-2.114 1,-0.181-1.807 2,1.462-1.112-1,-0.673-1.419 0,-0.006 0.261 0,-0.544-1.568-1,-5.296-5.382 1,-0.601-0.313 1,-0.114-0.481-4,-0.293-0.140 0,-1.705 1.740 1,-2.271-1.970 2,-1.923-0.368-1,-0.386 2.610 0,0.108 2.667-2,-0.716 1.848 1,-1.298 1.105 2,0.531 0.626 1,0.832 0.200-2,0.490-0.037-1,-1.439-0.063 2,-1.455-0.079 0,1.646 0.946-2,2.002 2.022-3,-0.998 2.656 8,2.149-1.991-3,0.726 2.189-1,0.021-0.401 0,-0.097 0.175 0,0.264-0.212-1,0.468-0.434 0,-1.654 3.427-2,2.108-2.103 2,1.276 0.307 3,2.448-12.903 3,-0.851-0.200 0,2.251-0.809-7,0.153 1.332 0,0.160-1.006 0,2.725-2.709 0,1.441-1.152 0,0.484 0.031 0,-0.146 0.758 1,-0.522 1.144-1,-0.708 1.282-1,-0.768 1.264 1,-0.737 1.142 0,2.333-2.187-1,-0.669 2.291 2,0.452 4.701 8,0.168 1.159 1,-0.346 3.257-4,-0.994 0.698-3,1.351 2.931-1,-1.087 1.430-1,-0.888-1.675-1,0.175 0.963 0,0.187 1.091 1,-0.623-0.449 0,-0.763-0.830 1,-0.786-0.983 0,-0.724-0.991-1,0.027 1.949 0,0.964 1.692 0,1.706-1.991 5,-0.765-3.392 1,0.587-8.472-3,-4.971-2.662-1,0.350-3.323-1,-1.332-1.115 0,-0.714 3.463-2,-0.269-0.519 0,-0.444 0.358 1,-0.519 0.866-1,-0.518 1.109 1,-0.247-0.404-1,0.201 0.440 3,0.366 0.781 0,-2.186-2.191 3,-0.065 2.268-5,-0.267 4.189 0,2.193 6.398 2,2.659 5.232 5,0.777-3.627-8,0.115 0.067 0,0.090-0.402 0,0.070-0.655 1,0.043 4.099-1,-0.285-3.596 0,-2.412-1.126 3,-3.340-5.513 3,0.575-2.759 1,4.140-3.694-5,1.214-0.434 1,-1.536-4.599-3,-0.596-4.183-1,-0.174-1.758-1,-0.129 4.240 0,-0.407 0.298 1,-0.152 0.543 0,-0.722-1.829-1,0.328 1.502 1,0.471 1.586 6,0.527 1.520 0,0.280 1.269-5,0.318 1.843 5,-1.405-1.522 2,-2.824 3.885-1,-10.163 5.102 1,1.015 0.166-6,-2.575 0.694-2,-6.202 3.766-4,-1.514 2.191 0,0.767 1.123-3,-1.634 3.220 15,1.210 1.392-11,2.866 0.151-2,10.732-6.431 9,0.811-0.465 12,-6.957 5.268-18,2.414-1.034 0,2.779-1.461 13,2.770-1.603 1,2.533-1.555-9,2.173-1.396 0,-0.239 1.936-1,4.732-0.172 0,3.207 0.296 7,1.749-1.805 2,3.310-3.242 0,4.904-1.282-10,-0.735-2.150-1,2.083-1.351 1,-3.938 0.050-1,4.591-1.808-2,1.009-0.876 2,0.763-0.758 0,-4.195 0.880 0,0.031-0.333 1,8.780-4.758 2,-2.561 0.642-2,-3.248 1.216-1,-3.383 1.461 2,-3.170 1.481 4,-2.764 1.365 3,-0.567-0.652-8,-11.523 3.432 4,0.231 2.720 1,3.204 5.199 6,3.227-0.724-3,5.720-2.410-1,1.525-3.174-5,1.203-2.494-1,-1.508-0.322 0,-0.226-0.023-1,-0.657 0.089 1,2.649-1.494 4,-14.426 0.052-2,-2.137 3.430-2,-12.476 0.148-1,-6.934 0.107-5,-2.937 0.072 1,-11.930 2.810-5,-5.244 1.496-2,-0.686 0.560 3,-8.965 4.128 12,-2.167 1.790-20,2.197 0.198 3,26.492-5.054 27,1.912-0.355-3,10.226-1.845-14,-15.601 3.986-5,2.908 0.225 1,-8.173 4.079-2,4.531 0.353 62,5.669-0.345-50,5.552-0.997 6,5.845-1.742-8,5.109-1.872-3,4.213-1.786 1,3.300-1.578 3,7.344 1.441 0,3.202-6.916 8,0.340 0.460 5,1.260 1.042 0,4.117-0.073-6,4.605-2.431-7,5.961-1.375-6,2.995-0.602 3,4.988-3.209-6,-0.011-1.159 1,-2.053 0.022 0,-1.880 0.024 0,-1.383 0.311 18,-10.675 3.435-13,-0.738-0.038-2,8.013-3.805 21,-3.668 0.988-18,-3.721 1.289-2,-3.427 1.360 7,-2.944 1.283 0,1.026-0.739 1,-2.270 4.492-3,-8.712 6.287 8,-2.142-1.555-3,-1.065-2.025-1,-1.726-0.816-3,-0.095-1.758-35,3.889-5.348 65,4.070-0.605-32,4.674 1.395 1,2.482-1.716 0,0.217-0.851-3,-0.860 0.861 1,0.292-0.142-1,-0.362 0.255-1,-0.753 0.493 1,-0.946 0.609 2,-1.002 0.637-1,1.578-2.666 0,-2.957 1.857 0,-1.894-1.630 1,-1.707 0.052 5,2.193 0.210 1,3.670-1.720-5,2.248-1.000-3,-3.383 4.719 1,0.340-0.126 0,0.307-0.125 0,0.142-0.480-1,-0.519-0.125 2,-0.688-0.094 0,0.303 0.707 0,2.728-2.003 1,1.565-1.018 2,1.283-1.578-4,0.143-0.803-2,-0.727-0.109-1,3.463-1.015 1,1.565-0.146 2,0.261 0.400 5,2.207-1.585-7,0.452 0.088-2,-0.667 1.111-2,-0.429 0.226 12,-1.672 1.084-5,-2.296 1.522-5,-2.487 1.667 3,-2.401 1.612 6,-2.142 1.447-1,-0.207-0.529 1,-10.837 4.110-3,-4.142 4.173 3,0.641 0.573 1,-2.235 0.512-1,-6.464 5.519-10,-2.917 2.527-1,-0.485 0.474 2,-1.714 2.409 4,0.442 0.633-8,1.728-0.512 2,3.012-1.652 11,3.548-2.214 1,3.585-2.374-9,3.303-2.275 1,2.855-2.024 1,1.462 0.644 2,9.980-4.363 6,1.509-3.116 1,-0.586 0.253-1,-0.250 0.623 0,1.098-1.451 0,-1.768-1.328-2,0.704-1.038-3,1.653-1.697-3,0.759-0.536 0,0.144 0.223-1,0.016 0.678 2,-0.319 0.286 2,-0.892 0.270-5,-1.196 0.239 3,-1.144 0.177 2,-1.356 0.377 1,1.278-3.287-3,-3.428 1.152 4,-2.145-2.296 2,-1.374 0.533-4,0.318 1.935 1,-0.024-0.936-2,-1.072 1.280 0,-3.384 0.444 0,-1.165 3.223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24T21:27:01"/>
    </inkml:context>
    <inkml:brush xml:id="br0">
      <inkml:brushProperty name="width" value="0.0529194456206428" units="cm"/>
      <inkml:brushProperty name="height" value="0.0529194456206428" units="cm"/>
      <inkml:brushProperty name="color" value="#f9fbf8"/>
      <inkml:brushProperty name="ignorePressure" value="0"/>
    </inkml:brush>
  </inkml:definitions>
  <inkml:trace contextRef="#ctx0" brushRef="#br0">17647.000 10500.000 767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24T21:27:41"/>
    </inkml:context>
    <inkml:brush xml:id="br0">
      <inkml:brushProperty name="width" value="0.0529194456206428" units="cm"/>
      <inkml:brushProperty name="height" value="0.0529194456206428" units="cm"/>
      <inkml:brushProperty name="color" value="#f9fbf8"/>
      <inkml:brushProperty name="ignorePressure" value="0"/>
    </inkml:brush>
  </inkml:definitions>
  <inkml:trace contextRef="#ctx0" brushRef="#br0">19047.000 10525.000 767,'0.000'6.163'0,"0.000"0.464"0,-0.758 0.914-5,-2.341 0.237 4,-0.587 5.127-2,1.415-2.888 1,0.269 0.257 0,0.392-2.308 0,-0.148-0.349 1,-0.238-0.424 0,-0.283-0.450 0,-0.799 2.242-1,0.197-0.690 3,0.377-1.201 0,0.449-1.400 7,-0.726 1.623-10,1.557-13.360 4,1.208-1.222 0,0.016-2.567-1,0.000 1.014-2,0.000-1.483-2,1.898-4.143 1,1.487-1.394-2,1.105-0.007 3,0.753 0.877 1,0.469 1.348-4,0.261 1.524-1,-0.342 1.873 2,-0.682 1.931 3,-0.836 1.806 3,1.595-2.032 1,-2.056 2.860-2,-4.211-1.037 2,0.389-0.960 0,0.063-1.330 1,-0.262-0.135-5,-0.319 2.875-1,-2.536 0.935 0,-2.811 6.336 1,-0.536-0.988 1,-2.079 5.023 0,4.283-0.717 0,0.273 1.250-1,-1.471 1.953-2,-0.144 0.881-1,0.645-1.819 2,-0.184-0.060 1,0.150-0.162-1,0.378-0.228 0,-0.124 1.668-1,-0.769 1.734 2,0.156 0.211-1,0.544-0.475 3,0.743-0.857 1,0.805-1.028-5,0.773-1.046 0,-0.640 3.534 0,1.925-3.644 0,1.509-0.040 5,0.606-0.241 1,-2.579 1.142 0,-3.227-1.298-3,-0.518-0.421-1,1.760-10.486 4,3.764-3.835-3,-0.008-4.129-4,0.000 1.046 0,0.000-2.454-1,0.000-0.774 2,0.852 1.620 2,0.544-0.526-4,0.305 0.163 0,0.119 0.629 3,0.684 1.000 3,0.444-0.018-2,0.073 1.675-3,0.530 0.175 0,1.254-2.034 3,0.017 0.704 5,-0.256 0.825-4,-1.611 3.744-1,-0.238 0.257-1,1.404-4.557 0,-0.900 1.888 2,-0.832 2.040 13,0.376-2.024-19,-2.925 15.829 8,0.164 0.698 1,-0.004-0.166-4,0.000-0.665 1,0.000 0.903-1,0.000 0.384-2,0.000 0.014 1,0.000 0.733-1,0.000 0.096-1,0.000-0.886 1,0.000 0.347 0,0.000 0.425 4,0.000-1.337 0,0.000 0.219-2,-1.424 5.005-1,-0.757 0.090-1,-0.286-0.715 2,0.031-1.150 2,0.225-1.322-2,0.323-1.315-2,0.356-0.966 0,-0.520 4.780-1,1.063-2.103 10,0.655-1.977-1,0.401 1.083-6,0.128-0.389 1,-0.068-0.102 0,-0.045-0.078 0,-0.041-0.609-2,-0.025 1.748-1,-0.014-1.124 7,-0.008-1.310-7,-0.004-12.884 4,1.262-2.377-1,2.963-1.478-4,-1.526 2.935 2,0.372-0.393-2,0.308 0.193 1,0.383-1.665 1,-0.272-0.147-1,-0.429 0.299-2,-0.500 0.564 4,-0.158 1.647 3,0.427 0.947-1,0.733 0.201-4,2.454-1.697 11,-1.368 3.358-10,-10.801 5.797 3,-0.401-1.343 0,0.091 5.959-3,-1.186 4.493-2,2.577-3.916 2,0.363 0.193-1,-0.677 0.352 0,-0.226 0.698-1,-2.496 3.401 0,3.211-4.188 2,-0.350 0.160 2,-3.875 6.092-1,3.809-5.378 0,0.263 0.062-2,-4.199 6.428 0,0.614-0.808 2,1.101-1.191-1,3.158-4.865 0,0.580-0.331 3,-1.156 1.782-1,0.249-0.341-3,-0.306 0.675 5,0.830-1.581 4,0.868-1.705-7,-0.973 1.691 0,3.086-14.029 3,1.170-1.174 1,1.742-2.175-3,1.246-0.363-1,0.862-1.231-2,0.550-0.230-2,2.510-4.798-1,-0.740 3.659 1,0.580-0.006 1,0.425-0.567 8,-0.557 0.550-7,1.534-1.741-2,-1.664 1.930 1,-1.332 2.801 6,0.131 0.710 3,1.451-1.219-5,-0.820 1.911 11,-1.051 1.890-16,1.571-1.073-1,-9.173 12.534 8,-1.931-0.800 1,1.051 1.001-1,1.593 1.467-3,-1.197 0.382-12,-0.265 0.811 22,-0.192-0.479-12,-0.234 0.917 0,-0.985 3.017 0,0.524-1.918 1,-0.258-0.800-1,-0.682 1.347 1,-0.113-0.015 1,-0.047 0.344-1,0.434-0.213 5,1.408-2.334-4,0.518-0.386-1,0.528-0.385 0,0.179 0.830-2,0.771-1.368 2,0.178 2.685 4,2.082-3.477-1,5.588-6.958 1,-0.149 0.540-1,0.463-3.412 0,-0.783-1.641-1,1.670-2.477-1,-3.457 3.127-1,0.170-0.068 0,0.111 0.209 0,0.959-0.689-1,0.176 0.046 2,0.134-0.004-3,0.103-0.008 2,-0.536 0.551 2,3.049-2.766-1,-2.493 2.299 1,-0.388 0.265-1,-0.799 0.546-1,0.001-0.140 2,-8.734 8.774 2,-0.237 0.258 0,0.033-0.032 0,-1.159-2.544-2,-2.054 2.929-1,-2.354 3.882-2,3.969-4.246 0,0.225-0.479 0,0.556-0.634 1,-3.165 1.434-1,2.804-2.284 1,-0.237-1.373 0,-1.480-2.373-1,-0.578-2.255 7,2.645-3.146 0,3.464-0.759-6,1.040 0.284 1,0.226-1.213 0,-0.006-9.263-3,0.426 2.683-1,0.133 0.000 2,0.086 0.767 1,0.054 1.177-1,0.026 1.327-2,-0.047 1.568 2,-0.096 2.027 2,-0.113 1.929 3,-0.496-1.212 2,-5.760 6.189-2,0.230 1.769 1,-1.976-0.291-1,1.004 5.609-1,4.184 1.177-2,1.429 0.977-1,0.920 0.185-1,0.504-0.276 8,0.312-0.622-10,0.224-13.864 8,-0.423 0.225-2,7.078-11.910-7,1.788 0.885 2,0.878-1.614-4,1.151-1.234 0,-0.203 0.444 1,-1.020 1.441 0,-1.186 2.013 1,-1.694 3.179 8,-1.632 3.184 20,-1.445 2.898-33,0.348 0.039 1,-4.035 13.611 18,-0.839-0.516 0,0.583 1.638-4,0.180 2.650-1,0.050 2.578-7,0.016-4.565 1,-1.239 2.257-1,-2.013-1.074 3,0.938-3.636 1,-3.331 5.440-1,0.660-1.490-1,-0.099 1.664-2,0.170 0.900 3,0.352 0.313-1,0.464-0.120-2,-0.906 3.493 1,0.224-1.398-1,0.065-1.663 1,1.045-2.067 1,0.426-0.158 3,0.009 1.219 0,0.720-1.853 4,0.657-2.093 4,0.561-2.053-14,-0.033 0.986-1,2.033-13.539 9,-0.711 0.290 0,-0.002-0.110-1,0.002-8.194-1,0.002 2.061-6,0.000-1.092 2,0.000-4.405-3,0.000 4.523 2,0.000-0.010-1,0.000 2.715 1,0.000 0.198 6,0.000-3.956-2,0.000 0.769-5,0.000 2.607 1,0.000 0.842 6,0.000 0.827 1,0.000-1.512-3,0.000 0.794 1,-0.059 1.588-1,-0.091 1.494 1,-0.459-2.516 0,-0.954 3.590-1,-4.804 6.850 1,-3.239 5.605 2,3.610 3.152-3,-1.271 1.941-4,-4.364 5.322-5,-1.713 2.772 2,0.063 0.968 2,-0.588 0.436 4,0.115-0.141-6,1.084-1.329-2,1.629-1.993 8,5.084-7.589 6,-2.608 6.225-8,2.216-2.838-1,1.950-2.967 0,1.620-2.784 12,0.721 0.973 3,8.423-11.361-8,-2.260-2.517-1,0.219 0.651-1,0.614-1.022 0,1.951-5.632 0,2.603-4.446-3,1.383-2.094-5,2.693-6.837 0,0.524-1.438-2,-0.412 1.286 0,-3.669 5.697 3,-1.149 1.275 8,-1.270 1.612-4,-1.284 1.760-2,-0.378-0.299-2,-1.653 3.188 21,-1.376 2.976 0,-1.091 2.604-25,-0.441-0.432 1,-3.627 13.212 17,1.415-0.571 1,0.772 1.229-3,0.085-0.650-8,0.004 1.193 1,0.003 7.012-1,-0.011-5.011-1,-0.756-1.096 1,-0.096-2.046-1,-0.990 4.358 0,-0.207-0.307-1,-0.002-0.656 4,0.137-0.843 0,0.036 1.491-1,0.325-0.260-1,0.329-0.591 0,0.288-0.994 5,0.275-1.542-1,0.226-1.583-5,0.048 1.908 0,0.808-1.973 3,-0.419 0.104 0,-0.012 0.660 1,0.000 0.308 2,-2.615 3.208-1,-1.454-3.928-5,-0.604 0.015 1,-0.023-0.348 2,0.349-0.548-3,0.552-0.635 0,-1.862 3.006-2,2.345-2.171 7,2.507-11.694 3,0.784-5.373-2,1.156 0.924-7,0.286 2.691 1,1.431-8.240-2,0.826-2.593 0,0.673-0.490 2,-1.474 6.806 0,-0.086 0.322 0,0.522-3.789-2,-0.384 0.206-2,1.388-1.923 3,-0.016 2.532 12,-0.460 2.863-7,-0.682 2.807-2,-0.759 2.521 5,0.278-0.783-5,-8.626 8.540 0,0.943 4.228 2,0.544 3.338 1,0.834-2.892-2,-3.446 4.271 2,0.636-1.363-5,-9.172 13.457-4,-1.733 2.783-2,-0.090 0.107 2,0.959-1.579 2,1.524-2.486 0,1.744-2.836-2,1.906-3.000 0,2.409-3.594 3,2.245-3.292 11,1.950-2.814-2,-0.264-0.933-2,5.092-11.833 2,1.320 0.899-1,-0.953 0.321 0,-0.549-0.339 1,1.352-4.402 0,0.748 2.338-4,0.269-1.272-3,0.641 0.045-2,0.840-1.061 0,0.607-0.385 0,0.412 0.107 0,0.510-1.680 1,-0.318 0.070 2,-0.532 0.502-2,0.198 0.226-1,-0.037 0.335 7,-0.301 0.687-2,-0.463 0.881-5,0.806-1.215 5,0.307 0.878 0,-0.353 1.733-4,-0.549 1.785 3,-0.686 1.798 0,1.321-0.425 2,-1.401 11.070 3,-3.689 2.465-1,0.160 2.536-5,0.117-3.582 0,0.014 0.648-3,0.010 2.077 1,-1.761 6.621-3,0.245-8.352 6,-0.445 0.478-1,-0.295 0.381 0,-0.172 0.277-2,-0.067 0.189 1,-2.082 7.499-2,0.444-1.483 1,0.643-2.129 0,0.704-2.329 1,0.682-2.242 1,0.604-1.989 0,-0.161 1.927 1,1.290-1.406-1,6.030-4.777 6,0.650-2.575 2,0.483-4.920-1,-1.454-0.806-8,-0.347-1.780 0,-0.044-0.896-2,-0.433 0.234 1,-0.640 0.911-1,-0.712 1.254 2,1.074-2.238 1,-2.475 15.252 2,-1.726 0.888 1,0.037 0.445-1,0.003-0.001 3,0.003-1.105-9,-0.004-13.372 8,1.570 0.187-2,3.565 0.024-4,-1.108 1.631 0,0.238-0.438 0,-0.181-0.065 1,-0.434 0.174-1,1.948-3.886 0,-2.173 1.578 7,-3.499 13.682 0,-3.672 0.227-6,-3.217 3.819-2,3.628-4.512 1,-0.889 4.602-1,0.485 1.158 0,0.614 0.173 2,-0.653 0.286 1,-0.048-0.798-2,0.353-1.500 0,0.577-1.817 3,0.665-1.864 0,-0.271 1.255 0,7.910-11.560 1,-1.600-0.631-1,1.188-5.590 3,0.197 2.910-2,1.262-1.112-4,2.623-3.513-2,1.063-0.811 0,0.278 0.572 0,-4.782 5.357 1,2.093-3.508 6,-0.953 0.059-5,-1.316 1.396-1,-0.391 0.332 2,-0.252 0.374 8,-0.404 0.277-6,-0.498 0.192-2,0.215-0.298 1,1.284-2.409 0,-0.631 1.209 2,-0.875 1.611 7,-0.944 1.720-11,0.344-1.185-1,-8.841 11.424 6,0.907 0.866-1,-0.065 0.895-1,-1.708 2.417-1,-0.966 1.225-1,0.022 0.412-2,0.629-0.120-1,0.947-0.440 2,-0.412 1.144-1,1.194-1.723 2,0.421-0.179 3,0.002 0.624 1,0.878-1.323-1,0.854-1.465-4,-0.642 2.531 0,1.848-2.888 3,2.826-0.036 0,-1.500 1.134 2,-1.529-1.117 0,-3.714 3.964 1,0.962-3.464-6,0.010-0.372 0,0.438-0.804 1,-2.065 2.617 0,1.927-2.470 0,10.334-5.944 2,0.014 0.191 0,-12.566-0.004 4,0.324 0.000-2,-3.864 0.000-4,1.213 0.000 0,-1.706 0.000-1,-0.648 0.000-1,-1.278 1.424 0,-0.221 0.758 2,0.451 0.284-3,0.863 0.063 4,1.766-0.250 1,1.865-0.355-2,1.754-0.389 0,-1.645 0.463 0,1.499-0.880 3,-0.540-1.590 0,0.585 0.479 2,-1.987 0.000 1,0.531-0.005-2,1.335-0.002-4,-1.069 0.000-1,1.134 0.000 3,-3.366 0.000 0,0.828 0.000-2,2.548 0.000 1,-0.286 0.000-1,-0.116 0.000-1,-1.342 0.000 0,-0.642 0.000 2,-0.160 0.000 1,0.675 0.000-1,0.790 0.000 0,0.929 0.000-1,-3.492 0.000-2,3.055 0.000 3,0.153 0.000 1,-0.694 0.000 1,0.014 0.000 2,-1.612 0.000-2,0.076 0.000-3,0.846 0.000 0,1.847 0.000 0,-1.415 0.000 0,-5.091 0.000 2,4.890 0.000-1,0.339 0.000-1,-0.277 0.000 0,-1.973 0.000-1,-0.572 0.000 1,0.025 0.000 2,0.713-0.070-1,1.366-0.107 0,1.529-0.120-2,-2.182-0.638 0,3.203-1.872 3,7.209-3.802 2,6.153 1.473 0,2.326 1.585-3,-0.921-0.720 1,1.155-1.053-3,-0.214-0.358 1,0.337-0.680-2,0.145-0.184-2,-0.001 0.178 2,-0.501 0.050 0,-0.838-0.044 0,-0.284 0.268 4,2.103-1.278 1,-1.585 1.172-1,-1.742 1.249 2,-1.689 1.191 1,1.851-0.785-3,-2.000 2.681-1,-0.147 3.515 0,0.726-1.698 1,0.310-0.715 4,0.447-2.805 0,0.365 0.005-6,3.752-0.392-2,-5.351 2.385 2,0.488 0.237 0,-0.053 0.322 1,-0.134 0.284 0,-0.382 0.234 0,4.483 0.023 1,-2.004 0.407-1,-0.617-1.405 0,-1.488-2.452 2,2.306-0.673 0,2.551-0.211-4,-3.828 1.532 2,0.446 0.047-1,-0.298 0.297 0,-0.726 0.429 0,-0.930 0.473-1,3.024-0.685 0,-1.278 1.106 2,-1.078 1.765 2,0.008 0.136 0,0.574-0.229 1,2.100-0.513 0,1.183-2.774-4,-0.511-1.516-2,-1.817 0.674 2,-1.834 1.327 1,0.772 0.817 0,0.435-0.627 1,-2.124-1.418 0,-0.071-1.093 0,-2.137-0.258 0,-9.488 5.264 1,0.037 0.103 0,3.475 5.796-2,-0.823-0.391-1,-4.148 1.881-1,0.090-1.621 0,-1.297 0.690 1,2.623-2.099-2,-0.352-0.086 1,-3.583 1.965-1,0.466-0.216 1,0.903-0.250 0,1.144-0.255 0,0.680-0.334 2,0.734-0.687 0,0.535-0.740 2,0.120 0.024-2,-2.548 3.414 7,2.901-0.127-2,0.785-0.041-4,-0.166-0.059-2,-0.574-0.054 0,-0.593-0.036 1,-0.804-1.167-1,-2.679-1.181 1,3.589-1.976 1,0.280 0.372 0,0.125 0.077-1,-4.596 2.010-2,1.247-1.720 9,1.442-1.107-11,13.538-2.368 7,0.468 0.198 1,-0.526 0.038-6,8.069-2.940-2,-0.871-1.516 0,-4.993 1.418 4,9.901-4.050-5,0.563-0.895 0,-1.232-0.330-1,-0.893 0.018 4,-1.949 0.232 1,-2.438 0.342 0,-2.533 0.938-2,-2.380 1.223 9,-2.087 1.299 7,0.489-0.692-18,-7.297 11.421 11,-2.712-0.683 2,-3.218-4.135-7,-3.462 0.546-2,-1.835 0.187-2,-1.564 0.095-1,0.308-0.246 0,0.914-0.341 1,2.575 0.512 0,0.277 0.721 0,0.510 0.560 4,0.644 0.417 7,-1.025 1.329-6,1.972-0.412-4,1.997-0.695 0,-0.866 1.915-1,11.157-1.404 9,1.867-5.542-1,3.320 0.537-1,0.236 0.121-2,0.036 0.031-4,2.105 0.014-1,-4.633 0.005 2,-1.079 0.002 6,2.161 0.005-9,-15.406 0.007 7,-1.398-0.018-3,-1.483 0.000-2,1.836 0.000 1,-12.121 1.178-2,1.523 0.993-2,-3.282 0.771 1,-15.743 4.478-4,-2.424 1.531-4,1.436 0.194 9,1.970-1.140-3,2.007-0.954 3,3.435-1.129-6,3.119-0.924 6,5.666-1.230 25,5.469-1.075-27,4.888-0.887 23,4.124-0.698-35,0.943-0.307 9,15.191-2.079 17,-0.675 0.676 6,-0.792-0.116-3,0.344-2.799-5,-0.574-1.144 0,3.848-2.408-9,-2.588 1.530 0,1.060-0.110 0,0.829 0.098 0,-0.171 0.688 1,-0.509 0.822-1,-0.680 0.840 2,2.260-0.048 1,-2.504 1.707-2,-0.193 0.552 1,-0.280 0.423 3,-0.869 0.311 0,0.299 0.149-3,0.061 0.109-1,-0.108 0.076 1,3.482-1.098 1,1.116-0.635-3,0.273-0.286 2,-0.908-0.220 1,-0.642-0.348-4,-0.807-0.346 0,-0.860-0.319 1,-1.849 0.501 0,-0.414 0.127 2,-0.317 0.211 1,1.135-0.305 0,-0.896 0.500 2,3.316-0.729 1,-2.977 1.479-3,-0.206 0.898-1,0.017-0.611 2,-6.297-5.218 0,0.072-0.267 1,3.764 1.637-3,1.350 0.467 0,1.246 0.629-1,-0.118 0.481 0,3.817-1.164 0,-3.519 2.213 1,1.837-0.238-1,0.778-0.154 0,0.283-0.188-2,-0.078-0.204 1,0.691-0.333-1,-0.647 0.248 3,-0.763 0.377-1,-0.791 0.435-1,-0.298 0.229 0,-1.655 0.547 18,1.156-0.275-22,-13.916 1.781 12,-0.729 0.267-1,-5.790-0.139-8,1.795-0.025 1,0.386 0.503-1,-1.061 0.818 0,1.009 0.228 0,-0.102 0.193 0,-2.653 0.634 1,1.757-0.133-1,2.163-0.263 2,2.243-0.325 1,-1.822 0.669 6,15.583-0.875-2,3.295-1.573-1,-2.242 0.089-2,-0.040 0.012-1,2.559 0.003 0,2.284-0.798-1,7.986-2.670-3,0.327-1.008 11,-1.610-0.106-4,-2.629 0.448 0,-3.006 0.740-10,-2.960 0.848-12,-2.667 0.839 17,0.859 0.425 1,-9.155 8.801 2,-7.428-1.084 8,2.628-3.528-3,-1.900 1.411 1,-0.802 0.294-9,0.886-0.435 1,1.117-0.466 1,1.438-0.587 0,-0.715 1.286 0,12.430-0.955 2,2.195-3.762 1,-1.101 0.056-1,1.007-1.362-4,-2.773-0.326 1,0.818-0.888-1,5.934-2.280 0,1.708-0.839 0,0.331-0.462-1,-1.392 0.343 1,-1.972 0.648 1,-2.314 0.842-1,-2.337 0.898-1,0.407-1.215 3,-13.744 1.881 4,-1.160 3.584 1,0.631-0.210 0,0.768-0.213-3,-1.526-0.028-1,-4.088 0.728-2,-10.900 1.209-5,-4.687 0.375 4,11.599-1.095-3,-14.110 0.791-3,11.196-0.921 3,-15.615 0.538-2,3.490-0.407 0,1.369-0.239 11,-2.166-0.104-9,5.328-0.286 5,5.649-0.233-2,5.355-0.183 0,4.707-0.136 20,3.907-0.094-27,13.017-0.507 17,2.892 0.411 3,0.268 0.042 1,-2.953 0.005-4,4.897 0.002-11,1.273 0.001 0,0.218 0.000 2,-0.448 0.001-1,-0.825-0.001 0,-0.984 0.000 0,-1.477-0.447-1,-1.656-0.685 3,3.557-3.898 8,-5.662 1.192-6,-0.145-0.205 1,-0.203 0.140-3,4.591-3.272-1,-1.218 1.045-4,-1.775 1.090 5,-1.245 0.618 1,0.874 0.064-1,4.405-1.445 4,-3.243 2.629-1,1.750-0.673-6,-1.288 0.717 1,0.555 0.011 0,13.395-2.778 0,4.244-0.211-4,0.894 0.381 4,-6.031 1.079-1,0.245-0.031-3,-0.015 0.197 0,-0.995-0.448 0,-0.848-0.089 1,-1.251 0.175 11,-1.479 0.352-1,-1.575 0.463-4,1.203-0.320 3,-3.363 0.890-1,-3.222 0.831 15,-2.880 0.728-25,-0.312-0.199-1,-13.826 1.954 17,-0.877 0.495 0,2.163-0.190-10,-0.852-0.025 1,-3.852 0.016-1,2.368-0.077 0,-0.118-0.020 1,0.152-0.018 0,-6.324 1.418-1,2.750 0.734 0,0.072 0.278 1,0.960-0.001 0,1.698-0.236-2,1.899-0.336 10,-2.198 0.801-17,15.653-1.123 14,-13.107 4.911 0,1.255-3.042-5,-1.220 0.613 0,-0.626 0.038-1,-2.493 0.155 0,-0.674 0.214-2,0.507 0.233 0,2.887-1.314 4,0.151-0.260 0,-1.713 0.504-3,1.476-0.687-1,1.670-0.673 14,-1.230 0.538-15,14.384-2.112 8,0.571-0.919-2,-1.244 0.175-3,-0.374 0.032 1,1.058 0.009-1,2.731 0.005-1,0.522 0.006 1,-0.761 0.003-1,-1.368 0.002 1,-1.652 0.001 8,1.723 0.004-12,-14.540 0.384 9,-4.490 4.820-3,2.600-1.142-2,-2.461 0.729 0,-7.504 2.306-4,-0.422-0.294-1,1.571-0.778 1,2.638-1.003 5,3.055-1.051 1,3.037-0.988-3,-0.295 0.557 0,16.271-2.444 4,-1.173-1.543 0,5.570-3.843 4,2.070-1.609-13,0.332-0.257 11,-0.089-0.514 1,-1.079-0.004-1,-2.492 0.760-14,-2.767 0.991 24,-2.686 1.041-13,-1.281-1.072-18,-11.907 2.228 22,0.747 3.682-1,-0.526 0.946 1,-5.204 0.728-3,4.885-1.262-4,-1.376-0.019 0,-13.658 2.013-4,-3.445 0.461 1,-0.567 0.014-1,1.320-0.276 3,1.301-0.234 0,4.170-0.597-3,4.371-0.598 0,4.119-0.550 4,3.616-0.473 15,0.415 0.051-29,14.452-1.270 31,3.510-0.130 3,5.317-2.620-14,4.568-1.453-1,1.555-0.535-24,-0.215-0.099 23,-2.675 0.494 1,-3.418 0.698-8,-3.556 0.757 2,-3.319 0.727 14,-2.879 0.640-19,-13.531 0.119 18,-0.517 1.673-2,-0.667-0.102 2,2.638-0.043-11,14.081-0.051 2,2.697-0.454 2,-3.034-0.723-4,1.011-0.821-2,1.725-1.761-1,0.681-0.769-1,-0.017-0.091 3,0.298 0.375 2,-0.737 0.552 1,-1.394 0.648-4,-1.682 0.653 1,2.303-0.687 9,-17.417 2.280-5,-1.623 0.906 1,3.111-0.064-1,-6.924 1.062-5,-5.095 0.973 2,-3.551 0.863-4,-18.479 1.474-6,-6.175 0.154-2,-1.341-0.236 0,-10.405 1.094 5,-0.014 0.045-2,4.421-0.428-5,5.931 0.621 17,7.780-0.210 8,8.274-0.701-18,7.883-0.948 1,6.980-1.019 50,5.840-0.978-45,4.651-0.870 0,14.587-5.946 5,-1.985 3.731-2,0.733 0.175 7,-0.982-0.359 5,2.854-1.187 2,1.870-0.720-18,1.085-0.352 2,12.246-3.251-1,4.060-1.095-6,1.080-0.443 1,2.893-0.984 5,-0.420 0.193-7,-2.428 0.899 0,-3.681 1.634 10,-2.649 1.209 8,-2.953 1.185-14,-2.136 0.869-1,-4.126 1.106 24,-3.765 0.882-3,-3.211 0.671-24,-0.571 0.423 3,-12.806 2.112 13,0.260-1.272 2,0.198-0.438 0,-3.202 1.906-7,-0.559 1.449-1,-1.404 1.059-42,2.127-0.932 44,-0.844-0.047 0,-4.615 1.796 19,-0.858 0.226-26,3.149-1.245 6,0.222-0.312-1,-0.064-0.405-3,-3.090 0.379 0,2.268-0.826-2,2.730-0.763 20,2.786-0.659-19,-0.300 0.087 0,16.544-1.762 7,1.273-0.211-1,0.423 0.186-1,3.023 0.024-4,2.481 0.019 0,-3.950-0.413-2,2.859-0.335 0,10.539-1.457-3,5.990-1.536-2,5.152-0.912 5,-7.112 0.941 0,13.475-2.220-3,2.245-0.399-3,1.836 0.018 1,4.984-0.165 0,-1.804 0.617 4,-3.692 0.751 4,-7.152 1.084-3,4.941-0.141 6,-8.611 1.094-3,-8.363 0.936 7,-7.520 0.762-12,-6.373 0.590 49,-5.135 0.437-49,-14.314 1.572 10,0.730 1.853 2,-3.072 0.764 11,-0.580-1.320 2,-1.109-0.238-21,-4.487 2.432-2,-2.002 1.111-1,-0.304 0.202 3,0.564-0.701 2,0.474-0.598-5,1.069-0.725 2,0.461-0.497-3,2.479-0.867 13,2.482-0.755-5,2.259-0.617-4,-1.893-0.115 1,2.671-1.303 2,-0.030-0.674 0,0.257 0.904 0,-0.184 0.014 0,-6.084-0.017 9,0.844-0.002-3,-2.161 0.000-11,-3.456 0.000-1,-3.263 0.000-1,-1.467 0.000 0,-0.171 0.000 10,-3.404 0.000-11,4.345 0.000 1,-0.306 0.000 0,-6.648 0.000-2,11.325 0.000 12,-5.589 0.000 5,0.291 0.000-11,-5.731 0.000 3,4.024 0.000-4,4.635 0.000 5,4.595 0.000-1,4.168 0.000 9,3.541 0.000-15,0.909 0.000 1,13.448 0.000 9,-1.118 0.000-1,0.078 0.000 2,3.491 0.000 4,3.070 0.000-6,1.282 0.000-7,-0.746-1.252 0,-1.118-0.689 0,-1.568-0.282 0,-1.724-0.004 0,-1.687 0.174 5,-1.535 0.268-1,2.097-0.859 0,-1.897 0.706-2,0.134 1.694 1,0.312 0.564 7,0.041-0.329-1,0.785-0.232-5,-0.650-1.374-1,0.181-1.590-1,-0.425-0.993-1,-1.280 0.586 1,0.129 0.344 1,0.706 1.954 0,1.698 1.695 1,1.483-0.331 1,-1.512-0.037-1,2.050-0.004-4,1.047-0.003 1,0.308-0.003 2,5.207-0.001-4,-4.434-0.002 1,0.105-0.001-1,4.766-0.001 2,-0.668-0.000 6,-1.512 0.000-8,-1.909 0.000 0,-1.991 0.000 7,-1.877 0.000 0,-1.916-0.080-5,1.357-0.467 0,-10.954-5.683 9,-2.310 2.346-1,-1.227-0.534 2,-0.501 3.416-8,0.590 0.672-1,-1.381 0.075 0,-0.990 0.067 0,-0.764 0.060-1,-0.730 0.041-1,-0.308 0.033 0,2.335 0.030 1,-11.430 0.018-2,-2.476 0.025 4,-0.631 0.013 1,-1.734 1.431-5,0.500 0.759-2,1.832 0.281 0,4.351-0.417 3,1.416-0.142 13,1.674-0.211-13,1.749-0.247-1,4.694-0.608 7,-5.681 0.353 8,1.187-0.336-15,2.139-0.299 10,1.711-0.209 0,1.664-0.160-7,-2.857-0.095 0,2.187-0.294 3,1.405-0.146-1,-2.855 0.239 2,-3.448 0.056 1,6.164 0.013-1,-3.805 0.004-7,3.449 0.006 1,14.042 0.000 6,0.079-0.008 0,-0.486 0.000 0,4.793 0.000-3,-3.680 0.000-3,3.626-2.430 0,2.204-1.376-1,0.821-0.602 0,4.064-0.835 2,1.301-0.370-2,0.086-0.233-3,-9.036 2.668 8,-0.311 0.170 4,7.831-1.790-11,-1.500 0.860 2,-1.890 1.078 0,-0.942 0.671 14,-1.250 0.590-7,-1.183 0.457-1,-2.295 0.444 1,-2.254 0.331 5,1.306 0.259-17,-14.414 1.371 15,-1.111-1.287 2,-0.130 0.017-8,-3.359 0.005 0,0.538 0.002-2,-1.779 0.000-1,-0.553 0.000 0,-6.789 1.425 3,-3.024 0.757-7,-0.451 0.285 10,2.741-0.521-8,-0.460-0.118-2,0.539-0.179 2,1.204-0.211 0,-3.608 1.121 16,1.014 0.369-16,1.791 0.019-1,1.637 0.439 12,3.294 0.339 1,3.245 0.374-10,1.291-0.114 0,1.404-0.405 8,1.359-0.549 9,1.215-0.592-11,-3.097 0.794-4,2.829-1.977 0,-2.329-0.530 3,-3.036-0.491 2,4.811-0.247-6,-0.234-0.055 0,-2.921-0.070 1,0.304-0.022 1,1.107 0.003-2,1.495 0.015 0,-2.317-0.076 6,15.474 0.040-2,-0.443 3.882-1,1.369 0.562 0,4.426 0.339 0,-2.786-1.932-2,6.253 1.078-2,1.106-0.319-4,-9.501-2.134 5,8.084 1.152-1,-0.183-0.389 0,-0.612-0.380 0,1.453-0.139 2,-2.560-0.468 3,-2.737-0.378 1,-2.609-0.292 6,0.834-0.166-18,-14.625-1.070 16,0.277 0.751-1,0.037 0.076-3,-10.488 0.005-1,-6.263 0.002-7,-2.866-0.000-2,-5.453-0.587 11,-3.436-0.924-25,12.866 0.431 14,-0.412-0.108 1,-21.061-1.086 12,0.785 0.089-19,3.563 0.237 5,8.402 0.284 16,3.943-0.094-11,4.290-0.168 5,4.255-0.204-7,3.965-0.216 1,2.483-0.432 34,4.224 0.244-30,1.865-1.374 0,11.985 0.488 0,1.332 3.054 16,4.937 0.469 0,-4.521-0.025-18,1.139-0.241 0,1.683-0.374-1,0.803-0.458 0,0.148-0.491 0,0.368-0.144 2,-0.804-0.153 0,0.759-0.490-2,2.300-0.698-2,0.065-0.126 4,-3.606 0.806 2,3.311-1.012 0,-0.972-0.422-3,2.929-1.631-2,-2.374 0.333 5,-2.303 0.650 1,-2.062 0.781 2,-2.444 0.885 14,1.679-0.787-28,-15.766 2.342 18,-1.638 1.379-1,-0.112-0.191-9,-1.459-0.014-1,3.145-0.014 1,-0.273-0.003 0,-11.270 0.506-3,2.203 0.812 1,-7.978 2.674 5,-3.686 1.486-6,-1.000 0.636-6,-0.871-0.192 9,-0.495-0.335-1,-3.388-0.071-7,1.878-0.849 0,7.823-1.503 15,-4.601 0.547-1,4.005-0.152-8,4.052 0.083 13,4.518-0.314-7,3.953-0.421 8,3.516-0.499-10,-0.234 0.937 1,15.212-0.970 6,0.249-2.811 3,1.625 0.201-1,0.440 0.183-8,3.605 0.015-3,3.231 0.017-2,2.566 0.005 0,0.763 0.005 0,-0.472 0.003 0,-10.769 0.000 3,7.837 0.001-2,0.428 0.001 0,-0.195 0.001-1,-0.631-0.001 0,2.914 0.002 19,-2.887-0.001-18,-3.111-0.001 3,-2.990-0.000 10,-2.664-0.001-17,0.117 0.000 0,-12.803-0.001 14,-0.100-0.001 0,-4.234 0.000 0,3.545 0.000-3,-1.275 0.000-5,-0.666 0.000-1,-5.514 0.000-2,-1.235 0.000-1,0.087 0.000 1,-2.950 0.000 7,4.647 0.000-6,2.359 0.000 0,2.551 0.000 1,2.438 0.000 13,-0.532 0.000-13,13.379 0.000 3,5.178 0.000 2,-3.574 0.000-2,2.025 0.000 0,9.740-0.940-2,5.662-0.596-3,3.110-0.323-2,8.801-0.447-4,-5.003-0.296 2,1.766-0.419-1,2.018-0.153-1,1.346-0.716 2,-0.046-0.325 13,-0.986-0.033-6,9.090-1.295-1,-7.238 0.705-1,-8.025 0.861 1,-7.770 0.876 3,-6.915 0.807 22,-5.776 0.693-29,-2.969-0.047 2,-13.364 1.333 8,-1.341 0.618 1,-3.981 0.053 2,4.475-0.255 3,-2.327 0.742 8,0.905 0.063-15,-12.436 1.136-8,1.104-0.287 1,3.020 0.014-1,-26.419 3.773-3,-5.240 1.012-3,-0.046 0.076 4,-3.882-0.062-1,1.120-0.143-4,4.105-0.179-2,5.926-0.730 24,6.593-0.823-1,7.048-0.894-17,6.763-0.861 2,6.043-0.775 45,5.104-0.656-42,4.109-0.532 2,13.998-0.706 3,-0.508-0.609 0,3.055 0.131 14,-0.283 0.129-1,2.455 0.016-15,13.747 0.002-7,4.111 0.021-1,0.425 0.016 1,4.045 0.012 1,-0.475 0.008-1,-2.959 0.006-2,-4.224 0.004 12,-4.635 0.001 5,-5.318 0.123-13,-4.132 0.188 1,-3.636 0.216 1,-3.037 0.215 6,-0.140 1.317 2,-7.827 5.085 12,-3.899-4.348-10,-5.143-0.285 3,4.008-0.289-10,-2.102 1.547 1,1.618-0.470-1,0.634-0.713-1,-7.393 3.035-2,3.783-2.099 3,-12.006 3.676-3,7.232-2.767 0,-7.948 1.427-1,-1.861-0.312-2,5.128-1.661 3,5.949-1.436 0,-28.999 4.367-5,-1.007-0.400 3,2.545-0.785 4,4.992-0.718-2,6.083-0.616 0,6.243-0.504-2,5.823-0.391 1,5.072-0.289 0,4.186-0.202 19,1.298 1.800-6,14.218-0.366 0,-0.372-3.854 3,6.641-0.396 8,8.730-0.143-25,1.463-0.020-1,3.121-0.013-1,1.190-0.005 2,14.060-0.006-7,6.252 0.005-1,2.475 0.011-2,-5.246 0.017 31,2.683 0.009-30,-0.103 0.008 1,-2.080 0.007 0,4.872-0.279-2,-5.536-0.442 28,-6.366-0.522-6,-6.484-0.543-8,-6.148-0.447-5,-6.459-0.266 24,-5.741-0.154-6,-4.875-0.075-14,-1.939-2.763 1,-11.471 0.118 10,-2.075 3.090 5,-1.376 0.432 1,-2.157 0.490-1,-2.175 0.342-10,4.653 0.738-6,0.054 0.469 0,-8.352 1.535 2,-1.458 1.208-4,-0.085 0.976 2,-2.714 1.590 3,-0.516 0.616-6,0.930-0.053-2,1.785-0.480 11,2.201-0.714-3,1.379-0.814-6,1.250-0.639 2,2.644-0.868 0,2.606-0.747 32,-0.982 0.078-34,16.302-2.486 9,-0.931 0.398-1,1.486 1.076-4,-2.088 3.203 2,-5.951 2.696 0,-5.378-3.409 0,-1.026-0.454-1,-1.772 0.080-1,-4.037 0.379-2,-0.670-1.160 0,-1.615-0.304 0,-0.488-0.319 1,0.302-0.305 0,-0.826-0.171-2,2.635-0.330 20,2.955-0.264-24,2.912-0.205 3,0.664-0.125 0,12.708-0.463 10,2.313 0.174 2,7.317-0.193-2,-2.660-0.303-7,1.615-0.443-2,0.545-0.477 1,6.049-1.795-3,0.744-0.727 23,-0.937-0.164-48,-1.946 0.206 29,-2.449 0.431 6,-2.328 0.405-1,-3.350 0.634-8,-3.133 0.606 23,0.526-0.444-37,-16.633 1.608 36,-2.121 1.067-5,2.342-0.178-13,-1.963-0.013 0,-1.065-0.013-1,-0.384-0.012 2,-2.758-0.007-1,-0.014-0.103-3,1.433-0.151 0,1.884-0.169 1,2.011-0.165 2,1.934-0.150 3,-1.610-1.058 2,4.241-3.752-3,9.383 0.211 0,1.745 3.980 7,1.268 0.531-4,1.149-1.821-6,0.662-1.081 0,-2.676 1.118 2,0.302 0.248 0,-0.720 0.456-2,-0.496 0.344 0,-0.615 0.336 3,4.201-0.316 0,-2.330 0.856-1,-0.997 0.465-1,0.036 0.225 3,0.240 0.087-1,1.424 0.011 0,1.558-0.035-1,0.161-0.034 0,-3.151-0.042-1,-0.247-0.018 0,0.467-0.007 0,0.140-0.006 1,-0.077-0.004 1,-0.202-0.002-1,-0.265-0.002-2,0.917 0.000 2,-0.737-0.001 0,0.425-0.000 1,0.249 0.001 0,0.453 0.000 0,0.047 0.000-3,-0.232 0.001 1,0.615 0.000 1,-1.440 0.000-1,2.642 0.000 3,-20.718 0.001 5,2.324 0.000-8,-1.499 0.000 0,0.535 1.252-2,-0.040 0.449 0,-0.575 0.286 0,-6.733 0.831 2,3.377-0.995 3,-0.359-0.163-5,0.251-0.202 2,-3.368 0.030-1,1.521-0.336-2,2.298-0.303 0,2.583-0.259 2,2.543-0.207 16,-1.291-0.056-17,15.607-0.782 5,0.260 0.413 0,1.283 0.034 3,-1.531 0.007 0,-0.440 0.002-6,1.155 0.000-1,6.545 0.001 0,2.341 0.000 1,0.631 0.000-3,-0.513 0.000 1,1.256 0.000 0,-1.247-0.000-2,-1.879-0.001 1,-2.101 0.000 3,-2.058 0.000 8,-3.001 0.000-3,1.752-0.001-7,-1.273 0.000 4,-1.316 0.000 5,2.812 0.000 1,-1.414 0.000-9,-1.165 0.279 1,-4.524 6.252 4,-2.263 0.249 1,-3.229-0.255-3,-2.880-1.765-2,0.491-0.588 0,-2.848 1.527-1,3.357-2.937 1,-1.019 0.594 1,0.181 0.073 0,-0.523 0.532-1,-5.763 2.668-2,-0.816-0.190 1,0.136-0.656 1,5.918-2.811-1,0.107-0.300 1,-4.877 1.185 0,1.742-0.955-1,2.043-0.836 0,2.048-0.688 16,-0.845-0.099-18,13.914-2.406 8,0.507 1.024-1,2.294 0.078-1,2.301 0.011-4,8.287-2.756-3,4.326-1.465-2,1.526-0.549 5,-0.487 0.793-3,1.395 0.268-3,-0.180 0.404 0,-1.230 0.470 1,1.635 0.133 16,-4.569 0.663-12,-4.834 0.582-2,-4.580 0.482 1,-4.033 0.378 19,-0.094 0.161-35,-16.899 1.209 37,-0.587-0.607 1,-0.725-0.104-9,-1.365-0.015-2,-5.080-0.012-12,-2.752-0.010 0,-1.088-0.006 2,-0.949-0.004 3,0.638-0.003-6,1.565-0.002 1,1.506 0.000 0,0.834 0.001 13,0.441-0.001-9,0.188 0.000 6,2.497 0.001-2,2.706 0.000-5,2.586 0.001 11,-0.867 0.000-13,15.190 0.001 8,-13.153 0.001 6,-1.553 0.000-9,-5.281 0.000-5,4.726 0.000 2,-1.127 0.802 0,-8.408 2.553 0,-2.207 1.129-4,-0.130 0.318 4,1.069-0.040 0,2.915-0.563-2,3.304-0.717 0,3.242-0.746 18,2.915-0.695-23,0.167 0.344 0,13.391-1.874 18,2.516-0.832 1,2.121 0.191-8,-0.215-0.314 0,2.269-0.601-2,0.872-0.700-3,5.207-0.754 2,-5.548 0.732-3,-0.282 0.084-1,-0.708 0.146 2,1.759-0.145 7,-2.698 0.336-4,-2.822 0.323 14,-2.645 0.286-23,0.201-0.071 0,-13.195 0.801 17,-2.437 0.149 3,2.351-0.113-10,-6.007 1.334 0,-2.847 0.708-22,-0.923 0.261 33,-2.512-0.034-14,-0.427-0.214-3,0.888-0.306 0,0.728-0.338 7,1.993-0.328-1,2.603-0.296-4,2.764-0.251 0,2.629-0.200 17,-0.896-0.060-17,14.725-0.729 5,2.908 0.354 2,0.807 0.063 2,-1.067 0.009-4,-2.190 0.005-4,-13.414 0.001 4,0.119-0.008 1,-1.426 0.000-4,-1.082 0.000-1,-1.527 0.000-1,-0.533 0.000 1,0.894 0.000 0,1.350 0.000 1,1.658 0.000 0,-2.119 0.000 2,18.422 0.000 6,-2.184 0.000-8,6.723-1.178-1,4.167-0.667 0,1.771-0.292-1,9.778-1.599-4,3.202-0.586-3,-0.311 0.003 3,-1.589 0.363 10,-3.671 0.554-10,-4.642 0.628 1,-4.855 0.619 1,-4.577 0.561 1,-4.023 0.480 29,-0.411-0.038-28,-15.569 1.176 5,-4.632 0.239 6,1.305-0.158 8,-2.925-0.016-17,-1.702-0.017 0,-6.121 1.411-3,-2.334 0.741-3,-0.419 0.271-6,-2.896 1.298 22,0.015 0.482-16,1.804-0.061 0,11.709-1.968 7,0.744-0.157 6,-8.039 1.045-7,2.725-0.602-3,3.240-0.582 3,3.291-0.521 13,3.051-0.439-3,-0.755 0.008-12,15.068-1.453 5,0.315-0.200 0,3.314-2.442 4,-3.902 0.859-2,0.323-0.001-3,0.161 0.186-3,-0.466 0.264 1,2.744-0.789 6,-15.179 0.744-1,-3.723 2.330-6,-33.406 5.322-10,-5.787 1.046-2,-4.477 0.468 0,-7.083 1.014-1,0.276-0.075-2,4.794-0.739 0,7.804-1.085 4,9.006-1.211 44,8.990-1.183-40,8.229-1.069 3,7.070-0.908 34,5.764-0.733-58,3.102-0.199 24,13.870-1.370 18,7.651-0.733 36,-1.783-0.415-23,1.810-0.743-26,13.309-3.129-61,6.705-1.488 107,2.078-0.352-47,15.865-1.439-9,7.614-0.647-6,1.892-0.104 14,7.982-2.052-4,-0.075-0.316-13,-5.034 0.782 1,-15.104 3.089 24,-3.675 1.028 13,-4.828 1.071-30,-5.371 1.045 1,-1.579-0.723 25,-7.976 0.453 14,-7.324 0.652-34,-6.367 0.730 52,-5.284 0.725-61,-16.041-2.928 30,1.194 5.623-13,-0.440 0.144 4,-5.746 0.084 5,-2.921 0.041-15,-0.939 0.011 5,-0.067 0.979-6,-1.057 0.612 0,0.087 0.308 0,0.856 0.084 2,-8.048 0.373 7,-1.116-0.291-12,11.818-1.133 5,-15.757 0.494 12,-0.897-0.363-16,1.578-0.328 5,-0.199-0.270 4,2.891-0.234-8,4.049-0.180 0,4.392-0.130 6,4.215-0.086 16,3.734-0.055-18,3.115-0.030 0,-0.200-0.092 0,1.105-0.119 0,-2.973 0.278 15,-5.045 2.023 7,6.164-0.900-22,-21.646 3.084-5,-7.979 1.481-3,-2.689 0.913 3,-7.139 1.349-5,-0.902 0.165-2,3.016-0.578 1,2.482-0.918 13,5.630-1.187 8,6.726-1.193-17,6.814-1.092 3,6.285-0.939 28,5.423-0.763-12,4.429-0.591-12,19.232-1.679 5,-3.172 0.694 4,1.354 0.031 2,11.066-1.318 6,5.093-0.689-68,1.401-0.246 100,4.647-1.380-101,0.644-0.538 88,-1.875 0.028-42,-0.505 0.372 7,-2.384 0.553 4,-3.341 0.620-8,-4.471 0.630 11,-4.268 0.534 6,-4.033 0.456 6,-3.562 0.372-32,0.010 0.084 2,-15.745 1.209 23,-0.217-0.324 1,0.907-0.217-5,-0.678-0.031-5,-1.369-0.007-1,-0.586-0.006-4,-1.894 0.414 2,-1.177 0.652 0,-0.255 0.755-3,-0.031 0.563-26,1.843 0.043 29,2.184-0.183 0,2.203-0.305 0,-0.668 0.878 0,12.818-0.492 37,4.485-2.493-30,-4.010 0.113-5,2.432 0.002-1,1.728 0.004-2,1.143 0.006-1,1.029 0.006 0,0.943 0.005-1,3.915 0.001 2,-1.532 0.008-1,-2.334 0.006 1,-2.652 0.006 3,-2.641 0.004 0,1.243 0.003 1,-18.028 0.015 3,1.994-0.011-1,-2.918-0.001 3,2.592-0.001-5,13.666 0.000 1,7.004-3.038-6,-0.535 0.957 0,2.342-0.064-1,-0.258 0.378 0,2.279 0.133-1,1.549 0.172-1,1.802 0.192 1,1.054 0.195 0,-0.020 0.192 7,-0.784 0.176-4,-1.286 0.159-1,3.582 0.060 3,-4.405 0.200-3,-4.506 0.147 3,-4.177 0.101 22,-3.611 0.065-31,-13.069 0.440 18,-3.147-0.414-1,3.274 0.367-4,-0.730 0.662-2,-0.995 0.421-5,-1.138 0.228 1,-0.762 0.083 0,-0.459-0.028 1,-3.569 0.283-1,-1.028-0.035 1,1.614-0.283-1,2.169-0.273 1,2.302-0.242 0,2.178-0.200 1,-1.211 0.596 1,7.201 4.838 1,-2.187-1.020 0,-9.494-4.604 1,-2.538-0.563 1,-5.105-0.070-8,-2.609-0.058 1,-12.241-0.047-5,-4.620-0.043-4,-0.472-0.032 3,-6.276-0.022 10,-0.952-0.015-14,2.410-0.009 0,-0.775-0.003 33,2.853-0.002-32,4.854 0.002 1,6.383 0.002 19,6.789 0.002 7,6.470 0.004 8,5.735 0.002-40,4.799 0.002 6,14.380-0.001 21,1.811 0.009 1,0.981-0.001 3,2.480-1.341-6,3.875-0.714-6,1.523-0.267-4,10.200-2.818-6,4.885-1.308-1,1.202-0.263 7,-20.808 4.062 3,16.092-2.978-8,2.041 0.031-3,-7.331 1.335 3,0.169-0.162 0,25.164-4.232 14,3.088-0.182-12,-1.057 0.535-4,-21.598 3.238 14,11.752-2.102-6,-2.914 0.498-9,-3.812 0.711 0,3.228-0.250 0,-6.876 1.334 47,-6.946 1.238-38,-6.375 1.071-4,-5.473 0.873 35,-4.441 0.680-33,-1.692 0.341 3,-12.929 1.722 1,0.137-0.381 1,0.816-0.500-1,-3.110-0.207 9,-3.950 0.028 7,6.556 0.005-18,-7.865 0.852-3,-3.253 0.545 0,-1.758 0.305 0,-0.628 0.121 1,10.529-0.767 1,-11.845 1.682-3,-0.936 0.315-3,0.133 0.083 4,-4.781 0.095-3,-1.139-0.242 20,0.488-0.327-20,1.592-0.368 0,-2.195 1.378 13,-0.238 0.762-9,1.132 0.291-5,2.024-0.047 9,8.342-1.516 8,-10.452 1.568-9,9.141-1.759-4,1.051-0.360-2,-3.088 0.142 12,1.928-0.571 10,6.747-0.957-18,-1.134-0.084 1,0.746-0.257 2,-4.443 0.416 4,2.023 0.337 0,1.977 0.547-2,2.054 0.460-4,1.674 0.437 2,1.421 0.367-1,1.147 0.294 1,1.227-0.065 1,-1.109 2.392 0,4.482-0.049 0,7.903-5.206 2,0.167-1.375 1,3.046 0.472-5,-2.175 0.079-1,1.907 0.006-1,1.479 0.003 0,0.679 0.002-1,-1.102 0.001 0,12.462 0.002-4,-7.601 0.000 3,14.911 0.001 3,-11.351-0.001-1,0.513 0.000-2,13.834 0.002-3,-20.004-0.003 5,22.090 0.002-2,-2.383 0.000-1,-3.746-0.001 8,-3.406-0.001-2,-3.981 0.000 4,-4.118 0.000-7,-3.866-0.001 1,-3.387 0.000 16,-2.810 0.000-11,1.433 0.000-6,-2.773 0.000 4,0.113 0.000 7,-0.097 0.000 0,2.017 0.000-5,0.465 0.000-4,6.595 0.000-3,-2.855 0.000-1,0.938 0.000 1,5.117-1.424 1,1.527-0.758-3,-0.263-0.285-1,1.421-0.442 12,-0.425-0.505-13,-1.528-0.499 2,-0.681-0.425 11,-1.528-0.348-5,-1.920-0.267-6,-2.538 0.251 7,-2.708 0.547 6,-2.582 0.687-10,0.782-1.374 0,-13.823 1.480 11,-1.496 3.913-1,-6.609-0.387-6,-2.055-0.111-4,-2.680-0.017-3,-12.157-0.012-3,-5.835-0.011-2,-1.449-0.007 7,-7.879-0.005-4,-4.410-0.003-8,-0.344-0.001 1,-16.193-0.002 25,-3.690 0.001-31,2.243-0.001 5,9.968 0.002 36,-0.047-0.000-38,2.636 0.001 1,4.356 0.000 2,-10.095 0.000 47,6.559 0.001-41,8.194 0.000-5,9.040 0.000 28,8.801 0.001 14,7.917 0.000-35,6.710 0.000 18,5.404 0.000-29,2.447 0.000 17,13.741 0.000 0,0.653 0.000 17,-0.813 0.000 6,1.788 0.000-6,-1.869 0.000-8,2.430-1.014-6,2.076-0.624-6,0.967-0.326 0,0.158-0.103 1,-4.074 0.714 1,7.900-0.751-3,-2.404 0.583 1,0.728 0.186-2,1.422 0.196 10,2.602-0.608-6,2.518-1.104-3,2.339-1.454 4,-11.332 1.945-1,35.448-6.875-8,6.486-1.483 0,0.837-0.462 3,8.435-0.773-5,1.261 0.525-7,-3.262 1.281 0,-15.759 2.407 34,-1.899 0.020-12,-2.904 0.128-16,-12.063 2.149 4,-1.728 0.343 0,18.927-2.281 49,-2.499 1.261-53,-4.401 1.257 22,-8.074 1.429 6,-4.188 0.841-16,-1.198 0.208-7,-5.300 0.247 1,-4.615-0.020 15,-3.818-0.179 15,-3.153-0.145-21,-2.984 0.051 0,-0.447-2.080-1,-6.412-2.998 5,-2.448 1.515-1,-4.616 2.706-1,-0.497 2.579-4,-4.207 0.404-3,4.439 0.238 0,-11.030 0.047-2,-5.192 0.041 0,-2.100 0.021 1,-6.943 0.010-5,-2.393 0.003-2,0.614-0.004 0,-2.649-0.008 19,-0.728-0.007-20,1.961-0.008 1,-0.645-0.004 24,3.986-0.008-19,5.122-0.004-3,5.398-0.005 2,5.121-0.003 27,4.525-0.003-19,3.784-0.001-4,3.007-0.001 0,-0.191-0.003 0,0.000-0.003 18,-0.521 1.122 2,6.859 5.626-8,13.951-2.854-10,-2.263-2.325-3,1.124-0.291 0,3.899 1.192-1,0.953 0.476-1,-0.426 0.045 0,-1.211-0.220 6,-1.593-0.369 0,-1.694-0.427-4,-2.435-0.456 0,-2.266-0.376 26,1.506 0.220-33,-15.352-1.096 16,-1.220-0.223 0,-2.534 2.471-8,-0.402 0.614-1,-15.437 1.417-1,-6.673 0.136-4,-1.876-0.305-1,-2.926 0.868 2,0.861 0.096-3,3.122-0.387 1,10.526-1.604 2,2.263-0.419 12,-2.487 0.251 4,5.121-0.770-14,4.797-0.680 44,4.182-0.563-48,0.832-0.057 1,14.558-1.378 15,5.395-3.222 4,-4.030 1.109-7,2.374-0.450-2,3.004-1.159-7,2.525-1.359 1,0.999-0.161 5,0.324 0.086-4,-0.667 0.415-3,-1.275 0.608 3,-0.903 0.412 0,-2.744 0.836 2,-2.773 0.777 23,-2.570 0.674-31,-0.016-0.151-1,-13.702 1.787 21,0.163 0.264-3,-2.195-0.014-6,-1.038-0.024-2,-1.601-0.034-2,-1.770-0.024-2,5.274-0.047 1,-0.207-0.008 1,-1.655-0.003 3,-0.056-0.008 0,-5.156-0.002-6,2.097-0.013 1,2.598-0.010 5,2.662-0.007 11,-1.248-0.011-18,17.584-0.023 11,-1.080-0.441-2,2.021-2.750 0,-0.849-1.507-3,-3.465 0.679-1,-9.879-0.824 5,-5.295 4.730-3,0.070 0.222-4,3.123 0.064 4,15.346 0.181 2,3.364-0.323-5,-4.384 0.002 1,-0.483 0.000 0,3.977-0.002 3,-4.335 0.002-6,-13.236 0.000 9,0.065 0.002-5,-2.503 0.000-2,-3.986 0.475-2,-1.801 0.727 0,-0.303 0.822-1,1.590 0.270 4,2.000 0.018 2,2.342-0.174 6,2.370-0.277-8,-0.973 0.889-8,16.016-0.274 17,5.269-2.503-2,-5.241-0.022-5,0.826-0.010-4,0.409-0.003 1,6.412-0.013-2,1.849 0.006 4,0.168 0.012-3,-7.640 0.027 4,7.230-0.011-4,-1.840 0.011-1,-2.336 0.009 0,-2.433 0.007 2,-2.282 0.005 7,-1.988 0.005-1,1.608 0.004-5,-1.741 0.008-1,0.069-0.001 1,1.103-0.007 0,0.501 0.000 0,-1.642 0.000 10,2.909 0.000 4,1.240 0.000-16,0.281 0.000 1,-0.841 0.000 0,-1.485 0.000 5,-1.770 0.000-5,1.073 0.000 0,-14.539 0.424 4,0.810 2.203 0,-9.161 2.785 0,1.561-1.052-4,-0.997 0.017-2,-1.200-0.243 1,1.095-0.598-2,2.102-0.676 2,2.524-0.662 0,2.555-0.598 14,-1.086 0.194-14,16.836-1.809 5,0.441-0.318 0,2.268-0.345-12,0.740-0.392 24,-0.263-0.390-15,-0.858-0.356 0,-1.155-0.303-2,-1.888 0.066 0,2.061-1.498 1,-18.811-1.149 21,2.660 5.434-20,0.805 0.141-1,-3.791 1.505 0,-1.559 0.750-11,5.149-1.467 11,-14.858 3.307 7,-0.656-0.145-9,1.554-0.508 1,2.771-0.682 0,3.268-0.732 1,3.292-0.696 0,3.021-0.616 2,-0.548 0.157-3,15.421-2.000 5,-8.464 6.921 11,-7.274-1.360-1,2.080-4.213-10,-1.143-0.197-4,-1.316 1.211 1,0.028 0.576-1,0.874 0.134-1,1.331-0.152 3,-2.380 1.647 2,14.276 0.368-1,5.172-4.888 2,0.703 0.091-1,-2.334 0.057-4,0.502 0.011 0,0.069 0.010-1,-0.630 0.166 2,-1.031 0.253 0,-1.210 0.289 0,2.639 1.532 0,-2.813 2.795 4,-14.319 2.359 3,-2.174-2.633-4,-1.502 0.656-5,-1.591 0.191-2,-0.090-0.113 2,0.845-0.289-2,1.350-0.375 2,1.545-0.394 4,1.539-0.375 2,1.785-0.545-5,-1.049 1.541 0,13.676-0.869 15,5.709-4.249-5,1.988-0.034-12,1.471-0.014 1,0.793 0.100-1,-0.845 0.159-1,-1.880 0.182 1,-2.363 0.182 1,-2.468 0.168 1,-2.333 0.145 3,0.377 1.122 6,-8.888 3.782-6,-3.274-2.910 0,-4.029-1.631 4,-0.500-0.535 2,-0.178-0.162-9,0.881-0.137 1,1.447-0.113-2,1.668-0.086 1,-1.482-0.048 0,16.316-1.077 5,6.477-3.412 4,0.367-0.112-10,1.310-0.215-1,-0.665-1.225 0,-2.096-0.215 0,-2.698 0.397 0,-2.833 0.737 2,-2.677 0.883 12,-0.929-1.546-11,-10.921 1.814 2,0.007 3.829 1,-2.836 1.156 0,-5.395 2.172 3,1.460-0.790-6,-0.967-0.048-3,-0.165-0.107 2,1.556-0.331-1,2.065-0.367 0,2.218-0.359 1,2.128-0.326 8,-0.648 0.150-13,13.961-1.068 14,-0.012-0.154-1,-0.659 0.088 3,-13.218 0.046-6,-3.461 0.010-6,0.501 0.000-1,-3.681-0.001 0,5.292-0.002 4,-0.573 0.000 0,-1.892 0.000-1,1.176 0.000 0,1.687-0.001-1,-1.932 0.000 7,16.923 0.000-2,2.786 0.000 0,3.670 0.000-7,2.124-1.556-1,8.726-1.656-1,4.347-1.186-1,2.013-0.886-3,-8.847 1.473 7,8.913-1.302-1,-7.557 0.950-1,15.729-3.184-4,-8.955 1.649 0,-5.179 1.015 3,-1.637 0.396 17,5.698-0.917-10,-5.119 0.972 1,-5.207 0.933 1,-4.882 0.841 2,-4.313 0.719 13,-3.633 0.587-25,-13.266 1.804 15,-1.863 1.569 2,-2.136 1.549 3,-2.391 1.187-18,-1.163 0.559 2,-0.247 0.097 1,0.633 0.264 0,-0.255 0.146-3,-1.093-0.178-1,-0.795 0.397 2,-2.299 1.244 3,0.453 0.344 9,6.285-2.713-8,-8.646 3.560-3,2.692-1.221 1,3.181-1.407 1,3.191-1.389 0,2.910-1.255 5,2.479-1.063-1,-0.726-0.005-3,0.607-3.832 0,-0.112 1.522 4,-0.312-0.013 5,-1.414-0.005 1,-1.088-0.005-12,-1.283-0.001 1,2.492-0.002 1,0.871-0.001-1,1.122 0.000-1,-2.056 0.000 0,-4.945 0.000 7,2.516 0.000-5,-0.883 0.000-3,-0.914 0.000 1,0.569 0.000-1,1.435 0.000 0,1.847 0.000 1,1.948 0.000 10,-1.258 0.000-11,17.926 0.000 6,-1.276 0.000 1,1.391 0.000-3,5.141-1.341-5,2.830-0.714-1,1.169-0.266 2,3.015-1.318 2,4.065-1.050-6,1.859-0.478-1,0.219-0.057 11,4.724-1.250-9,-0.487-0.077-4,-2.060 0.370 1,-4.391 0.859 2,-2.330 0.270 15,-2.680 0.230 1,-2.779 0.190-14,0.017-0.585-1,-4.558 0.804 25,-4.090 0.865-17,-3.456 0.831-4,-1.273-0.621 1,-12.540 1.852 11,0.661 1.946 2,-4.110-0.056-2,3.729-0.303-9,-1.016-0.020-1,-3.607-0.014-2,-1.487-0.019-2,-0.395-0.016 0,-6.115-0.012 2,-2.003-0.009 0,0.144-0.007-2,-1.399-0.005 5,0.619-0.003-6,1.808-0.002-1,0.940-0.000 5,1.749 0.001 6,2.098 0.000-6,0.942 0.001 5,2.270-0.000 3,2.568 0.001-10,2.522 0.001 16,-1.028 0.000-15,15.059 0.002 3,1.974 0.000 2,10.305-1.424 0,-1.521-0.758-8,1.318-0.284 1,3.484-0.757-1,0.541-0.835-3,-2.279 0.250 3,-0.515-1.048 8,-1.917-0.312-1,-2.673 0.181-7,-2.960 0.482 5,-2.927 0.641 6,-2.687 0.695-6,0.071-1.196 2,-12.653 1.156 0,-7.077 3.345 7,5.006 0.033-1,-5.459 0.068-10,3.476-0.104-1,-0.753-0.010 0,-8.285 2.783 4,-1.794 1.446-7,0.163 0.527 0,0.541-0.171 4,2.036-0.556 2,2.835-0.761-4,3.088-0.820 0,2.988-0.792 3,2.679-0.706 15,-0.095-0.595-16,10.545-5.212 4,1.832 0.770 0,1.289 0.990 1,1.227 2.245 4,3.181-1.291-3,4.650-3.167-25,3.628-1.626 21,1.523-0.432 9,-0.532-1.197-14,0.087-0.747 1,-1.051 0.118-4,-1.727 0.681 3,0.436-0.689 16,-2.404 0.479-18,-3.474 1.372 4,-2.776 1.179 2,-2.606 1.224 8,-2.289 1.151-2,-0.322-0.798 0,-11.465 3.099 1,-1.030 2.413 1,1.720-0.900-5,-10.210-0.052-1,0.541-0.058-4,-3.962-0.010-1,-10.321-0.009-4,23.891-0.009 7,-37.551-0.002-12,-3.502-0.007 4,1.322-0.002 3,2.889-0.001 3,2.787-0.000-4,4.354 0.000-3,3.306 0.002 1,5.764 0.001 40,5.320 0.001-37,5.112 0.072 1,4.474 0.109 17,3.750 0.123 2,0.127 0.648-10,11.530 4.479 4,-0.426-0.240-1,2.222-2.062 0,4.039-2.495-3,-1.496-0.464-5,2.069-0.055-2,-0.467 0.755 2,0.808 0.506-2,0.847 0.295 0,-2.286-0.341 1,11.070 1.100-2,1.869-0.157 5,0.276-0.287-3,1.562-0.344 0,-0.538-0.348-4,-1.794-0.322 0,-0.627-0.307 9,-0.259-0.205 1,-0.860-0.165-10,-1.357-0.129 20,-1.178-0.087-18,-1.621-0.061-1,-1.807-0.042 1,-4.417-0.005 7,-0.675-0.009 3,0.420-0.012-5,-0.716-0.004-3,-0.627 0.002 4,0.433-0.002 5,-0.314 0.006-4,0.660 0.081-3,-1.486 0.133 1,2.152 0.594 0,-8.825 5.669 2,-5.938-1.829 0,-1.071-1.309-2,-7.348-0.489-3,1.645 0.775 0,-1.184 0.994 0,2.112-1.012-1,-3.282 0.725-1,-2.169 0.316-1,-1.276 0.007 0,-8.803 2.277 8,-3.275 0.739-8,-0.893 0.047-4,0.774-0.428 2,3.687-0.571 7,-0.124-0.149-3,-0.376 0.342-5,6.961-1.760 2,-14.246 2.925 7,7.487-2.176 16,0.925-0.684-19,7.170-1.701 1,0.536 0.037 0,-12.056 2.660 3,4.704-0.669-2,5.240-0.887 6,5.107-0.944 8,4.577-0.895-17,3.853-0.784-1,1.399 0.166 1,13.241-1.853 7,0.040-0.665 1,4.418 0.139 9,-3.731 0.136-6,2.253 0.015-11,-1.587 0.029 1,16.287-0.493-4,4.081-0.706 2,0.503-0.805-2,7.141-0.324 0,2.252 0.000-5,-0.949 0.201 3,-0.028 0.011 18,-0.468-0.313-20,-2.244-0.408-1,0.450-0.729 18,-4.696-0.321 0,-5.247-0.221-16,-5.109-0.143 4,-5.016 0.342 24,-4.222 0.523-14,-3.522 0.616-7,0.481-1.011 12,-2.871 2.112 0,-12.470 1.718 5,-2.401 0.004-11,-13.883 0.000-9,0.189 0.000-2,-2.485 0.000 2,0.601 0.000-1,-2.272 0.000-2,-0.582 0.000 0,0.620 0.000 0,20.589 0.000 9,-23.125 0.000 8,-0.379 0.000-17,0.779 0.000 0,-6.753 0.000 7,3.220 0.000 14,4.670 0.000-21,5.154 0.000 2,5.008 0.000 18,4.488 0.000-8,3.786 0.000-7,3.030 0.000 2,-0.161 0.000-1,14.123-1.677 28,2.273-2.541-9,-2.654 1.997-19,2.488-0.265-1,6.273 0.630 1,3.913 0.333-2,1.671 0.331 2,3.895-1.035-3,0.748-0.452-2,-1.251-0.053 0,2.464-0.910 13,0.976-0.423-13,-1.040 0.029 2,0.310 0.406 16,0.660-0.036-18,-0.982-0.058-1,-2.037-0.072 17,5.284-1.793-10,-1.700-0.203-7,-2.987 0.360 0,-3.810 1.198 33,-1.437 0.615-31,-1.911 0.641 0,-0.098 0.318 15,-3.851 0.759-3,-3.709 0.627 7,-3.289 0.494-23,0.070 0.211 0,-14.291 1.602 18,0.235-0.831 0,-1.481-0.222 0,-0.730 0.014-5,-7.634 0.002-4,-0.540 0.002-3,-1.031 0.000 2,-1.801 1.027-3,-1.780 0.617-1,-0.179 0.303 0,12.099-0.897 4,-20.249 3.129 5,-0.470 0.409-10,-0.218 0.702 2,-0.170-0.265 10,-0.838-0.119-11,0.807-0.376 13,1.873-0.522-14,10.859-1.175 2,-10.082 2.029 6,6.797-1.142-7,1.090-0.297 0,0.939-0.373 14,1.563 0.392 11,1.134 0.118-21,-3.200 1.211 5,3.698-0.528-5,3.727-0.703 7,3.403-0.742 5,2.902-0.700-13,0.304 0.974 0,12.888-3.066 7,-0.804-0.545-1,3.038 0.489 3,-2.815 0.053-2,8.410-0.473-5,4.825-0.726-5,2.214-0.823 4,2.872-0.161-5,3.538-0.434-1,1.428-0.373-1,-0.085-0.314 9,3.558-0.385-1,-13.399 1.569-5,6.628-0.477-2,-0.583 0.287 1,-0.046-0.489 0,-0.891-0.216 24,-1.452-0.011-12,-4.323 0.480-4,-1.403 0.169 0,1.166-0.063 1,2.735-0.236-4,-4.006 0.557 4,-4.040 0.519 5,-3.728 0.452 10,-3.228 0.376-21,-0.379 0.040 0,-14.358 1.183 8,1.575-0.184 0,1.782-4.407 2,-1.968-0.042-3,-5.445 0.289 0,5.656 1.881-4,-0.739-0.303 0,-0.452-0.108-1,0.624 0.331 0,-0.280 0.098 1,0.573 0.390 1,-5.292-0.310-1,-2.218 0.249-2,-1.440 0.256 4,-1.107 0.249-2,-0.764 0.231-2,-0.536 0.209-2,-0.344 0.182 0,-0.148 0.155 0,-0.846 0.130 4,-0.459 0.102 6,4.998 0.083-5,0.247 0.037 0,-5.331 0.044 0,-0.252 0.038-1,-1.197 0.024-2,-0.260 0.013 4,-6.216 0.043 2,3.142-0.006-8,3.930-0.014 2,4.066-0.018 4,3.797-0.020-2,3.303-0.018-2,2.716-0.016 4,-0.785 0.004 3,14.542-0.059 22,-0.182 0.015-17,4.177 0.000-12,-1.363 0.000 1,-2.695 0.000 0,4.479 0.000 1,1.763 0.000-2,2.183 0.000-1,1.624 0.000 2,12.392 0.000-4,2.089 0.000 2,-0.917 0.000-1,-8.639 0.000 4,-0.671-0.801-1,-1.237-0.533-3,-1.578-0.316-1,2.336-0.777 0,-3.966 0.039 27,-3.917 0.220-19,-3.562 0.313 8,-3.055 0.346-19,-0.500-0.528 3,-11.795 0.694 12,-0.193 1.624 2,-2.652-0.092 1,-1.165-0.149-3,1.114-0.023-3,2.089-0.016-6,13.288-0.017 6,3.744 0.016-2,7.544 0.000-5,7.960 0.000-2,4.133 0.000 0,18.261-3.054-8,0.633-1.908 0,1.309-1.305 4,6.058-1.080 11,-2.910 0.382-17,-6.547 1.336 3,2.625 0.609 0,-3.966 1.027 41,-5.778 0.966-23,-10.619 1.078 2,-4.247 0.525-1,-8.139 0.276-11,-2.569-0.296 1,1.831-1.149 2,-4.653-0.024 40,-3.719 0.203-36,-0.147-1.380 7,-0.281 0.145-7,3.405 3.764-1,-3.058-0.061-1,0.415-0.010 1,0.102-0.010-1,1.278 0.230-3,-0.316 0.355 2,-0.945 0.404 1,-1.252 0.402 0,2.797 2.466 2,-6.070 1.854-3,-9.358 3.043 4,-2.742-3.288-1,-2.264-0.202-2,-2.736 1.449-4,-2.935 1.619-1,-1.384 0.906 0,-0.230 0.360 5,4.872-2.512-2,-6.070 2.483-4,-2.606 1.182-1,4.157-2.058 1,-14.729 6.564 5,5.321-3.474 6,-1.119-0.097-10,-8.745 3.209-2,15.012-6.303 4,-20.319 5.547 2,2.718-2.256 1,5.280-2.421-2,6.355-2.312 5,6.440-2.034 2,5.917-1.688-8,5.073-1.329 0,4.111-0.991 1,13.617-3.018 4,-0.902 1.583 2,9.211-0.061 39,-7.699 0.254-43,17.814-0.025-6,6.057 0.044-1,2.003 0.034 1,-27.253 0.039 5,28.716-0.011-7,2.103 0.013-2,-0.265 0.010-1,10.778-1.417 19,-0.155-0.754-15,-3.630-0.284-6,-4.756 0.294 25,-2.290 0.159-14,-3.673 0.237-8,-4.338 0.274 10,-2.183 0.152 24,-6.222 0.338-30,-5.634 0.292 36,-4.785 0.239-56,-3.856 0.186 14,-13.593 0.498 27,0.824-0.100 2,0.443-0.113-4,-1.219-0.009-8,-2.824 0.002-1,-0.238 0.000-7,-0.439 0.000 1,3.712 0.001 0,-0.070 0.000 1,-3.510 0.000-1,1.110 0.000 0,1.435 0.000 0,1.510 0.001 4,-2.604 0.000 0,2.589 0.000-2,0.608 0.000-1,-0.864 0.000 3,-5.575 0.000 7,4.156 0.000-9,-8.128 0.000-4,3.078 0.801 0,-2.229 0.533 0,-2.404 0.316 2,-4.364 0.393-2,-1.095 0.005-3,5.342-0.528 5,0.453-0.107-1,-6.876 0.430 1,3.704-0.343-1,4.182-0.337 1,4.126-0.305 0,3.747-0.260 22,0.136 0.015-28,15.723-0.565 14,4.922-0.192 5,0.006-1.605-3,1.320-0.401-12,3.887-0.213 2,-5.963 0.960-1,5.242-1.137 0,2.664-0.356-1,-3.785 0.207-3,16.349-3.146 6,0.542-0.161-1,-1.918 0.403-3,-7.604 1.366 1,-2.215 0.157 3,-2.625 0.101 1,-2.771 0.054-5,-0.805-0.568 1,-3.633 0.423 12,-3.114 0.485 5,0.417-2.141-13,-6.264-0.085 7,-5.072 0.647-1,-0.248 0.369 0,-2.441 4.472-3,-0.071 0.308 0,-2.498 0.005-1,-7.199 1.340-3,0.379 0.714-3,-2.185 0.267 1,-7.294 1.395-4,-2.875 0.547-2,0.089-0.019 3,12.025-1.973 14,-13.124 1.288-16,1.399-0.595-1,2.690-0.612 3,9.833-1.056 11,1.237-0.233 0,-3.164 0.041-2,3.478-0.373-5,3.386-0.291-1,3.063-0.219 29,0.456-0.188-31,15.956-0.670 12,-2.138-0.354-3,2.916-0.567-2,1.918-0.309-4,1.123-0.116 0,-1.701 0.077-1,0.660-0.422-2,1.260-0.846 2,1.049-0.518-1,13.368-3.950-3,2.149-0.600 9,-0.247 0.320-4,1.983-0.479-4,-0.996 0.408 2,-2.747 0.921-4,-1.950-0.501 20,-4.074 0.505-12,-4.467 0.934-5,-4.303 1.112 1,-3.820 1.117 27,-3.191 1.024-25,-0.686-0.422 1,-11.589 2.805 2,-0.298 1.360 1,0.229-0.906-1,-2.360 0.044 8,-3.003 0.000 2,1.502 0.000-14,-1.718 0.000 0,-0.555 0.000 0,2.682 0.000 4,-0.882 0.000-3,-0.406 0.000-1,-0.045 0.000 0,-6.788 1.413 5,-0.433 0.756-2,1.325 0.286-4,2.298-0.028 5,2.711-0.219-1,2.738-0.318-3,2.530-0.354 2,-0.309 0.530-1,14.156-0.853 4,5.823-1.418 8,-2.544 0.151-2,1.243 0.011-10,3.064 0.010-2,1.083 0.010 0,-0.232 0.007-1,0.525 0.006 4,0.057 0.004 1,-0.874 0.003-2,-1.406 0.003 1,-3.796 0.001 2,-0.909 0.000 0,-0.827 0.001-1,1.166 0.066-3,-1.929 0.098 4,2.470 0.500 7,-4.452 1.030-4,-7.405 4.385-1,4.414 0.581 1,2.074-2.685-3,-0.795 1.983 0,-1.386 0.675-2,-1.245 0.002 0,-0.912 0.465 1,-0.378 3.485 0,-0.276-0.758 1,-0.069-1.561-3,0.021-0.169-1,3.423 1.373 5,1.263 2.105 1,-2.489-4.101-5,-0.300 0.402 1,-0.372-0.535 0,-0.301-0.556 1,-0.276-0.721-2,0.151 3.785-1,-0.613-2.637 4,-0.331-0.016 1,-3.257 2.150 1,-0.331-3.520-1,-0.868-0.433-2,-1.589-0.272-1,-0.472-0.151-2,0.252-0.061 2,-2.389-0.307 1,-0.455-0.705 1,0.615-0.774-2,1.204-0.747 3,1.450-0.664-2,-1.527 0.168-2,13.653-2.339 3,0.066 0.423 1,2.775-2.984 2,-3.357 0.885-11,0.307-0.028 13,5.806-3.111-9,-2.009 1.505 1,-3.372 1.555 1,3.491-1.368 1,1.263-0.280-2,1.123-0.018-1,1.817 0.170 3,14.103-4.246-4,-2.019 0.142 0,-0.758 0.184 1,-5.594 1.728 0,-2.019 0.712-1,-2.182 0.793 1,-2.160 0.797 0,-0.727 0.287-2,-2.695 0.653 8,-2.348 0.468 6,-1.941 0.318-2,1.664-1.374-2,-1.877-1.383-1,-9.375-0.449 4,-3.783 4.211-3,-2.717 0.646-5,-3.379 0.099-3,-1.418 0.071 2,-1.871 0.042-4,-2.334 0.024-1,-0.923 0.014 1,0.083 0.009 3,2.039-0.001 3,0.338 0.001-5,4.797-0.012 0,0.413-0.001 1,0.215-0.001-1,0.058-0.003 1,-0.082-0.001 12,-1.999-0.001-4,0.245-0.002-6,-0.502-0.003 5,-0.466-0.003-5,-3.567 0.000 0,0.732-0.004 2,1.195-0.002-1,-1.051-0.002 1,3.351-0.002-5,3.411-0.002 1,3.166 0.000 20,0.004-0.003-26,16.986-2.754 20,0.489-2.616-6,-3.549 1.528-4,-0.660 0.577 0,6.367-2.778-4,-0.231 0.495 1,-1.937 1.249-1,0.732-0.219 2,0.524-0.279-2,12.967-4.704 0,2.249-0.261-2,-0.093 0.550 2,8.332-1.402-1,-6.678 2.582 0,-3.242 0.706-3,-4.572 1.152 8,-4.366 1.126 10,-4.181 1.111-2,-3.729 1.009-17,-1.163-0.495 1,-13.163 2.171 14,-0.149 1.678 0,-0.214 0.065 0,-0.859-0.102 1,1.611 0.820-6,-1.821 0.894-1,-1.044 0.734-2,-0.452 0.585-1,-5.519 0.913 0,-1.752-0.120-2,-0.297-0.387-1,6.379-1.720 5,-5.311 0.507 1,0.223-0.439-5,0.719-0.422 0,-1.811-0.246 1,6.934-0.310 5,-6.824 1.629 0,2.445 0.149-3,2.877-0.170 5,2.884-0.349 7,2.638-0.427-13,0.325 0.748-1,14.993-0.835 7,0.052-2.032 0,-1.411 0.020 0,2.087-0.005-6,1.447 0.003 0,-3.105 0.029 2,0.772 0.003-1,0.572 0.004-1,0.642 0.004-1,5.417-0.005-2,1.454 0.007 2,1.024-0.795 2,6.791-1.029-1,-10.170 0.152 2,-0.061-0.419-2,20.858-3.733-2,-4.560-0.006 2,-1.872-0.415 2,-1.730 0.270 0,-2.925 0.670-5,-3.413 0.860-2,-2.156 0.814 3,-3.104 0.803 26,-3.215 0.687-25,-3.009 0.557 8,-2.622 0.428 2,1.061-0.346-5,-4.019-3.636-4,0.118 0.492 1,-0.040-1.721 2,0.882 1.451 5,1.422 0.734 3,0.422 1.250-10,3.030 1.102 0,-1.292 1.037 5,-1.740 0.628-6,-13.589 0.787 4,-0.415-0.581-1,-1.568-0.012-2,-2.166-0.000 0,0.191 0.000-1,-1.881 0.002-1,2.714 0.001 1,-1.001 0.000 3,-0.507 0.000-2,3.466 0.001 0,-8.066 0.000-4,-0.325 0.000 1,0.714 0.000 6,1.835 0.000-1,2.306 0.000-2,2.430 0.000-1,2.310 0.000 9,-0.868 0.000-16,14.426 0.000 17,-0.658 0.000-1,0.178 0.000-5,1.288 0.000-1,-0.409-0.143 0,-0.192-0.834-2,-0.953-0.981 0,1.208-2.371 0,-0.155 1.016 0,-0.209 1.864 2,1.013 0.235 0,2.254 0.293-2,1.301 0.206-2,0.276 0.186 0,-0.405 0.157 3,-0.252-0.116 0,-1.326-0.253-3,-1.408-0.332 1,-1.338-0.351-1,-1.186-0.334 4,2.963-2.420 2,-3.085-0.766-1,-11.386 2.186 4,-0.517 3.053-1,-3.111-0.302-2,-0.643 0.005-5,-1.740 0.000-1,4.955 0.002 1,-0.469 0.000 1,-9.439 0.000-1,5.238 0.000 1,-0.461 0.000 0,1.314 0.000 0,1.669 0.000 1,1.739 0.000-2,-2.349 0.000-1,2.733 0.000 4,0.611 0.000 0,-1.149 0.000 1,-0.492 1.252 4,-0.083 1.404-1,1.028-0.864-6,-3.007 1.652-1,3.398-1.192 1,-0.674 0.086 0,-9.536 2.074-3,-1.365 0.026-1,0.423-0.120 6,1.488-0.198-4,2.022-0.229 1,2.177-0.230 0,2.237-0.363-3,2.552-0.581 4,-0.497 0.981-1,13.741-1.304 17,1.169-2.646-2,-0.464 0.145-11,1.048 0.014-4,0.343 0.030 0,1.149 0.010-1,0.517 0.010 1,0.055 0.010-1,2.123 0.088 4,-1.586 0.138-2,-1.901 0.151-2,-1.921 0.144 1,1.723 0.851 1,-4.226 3.158 3,-6.253 1.322 2,7.447-1.999 2,0.833 0.195-3,-2.847 2.222-2,-1.978 1.919-2,-0.986 4.600 0,-0.438-4.244 0,-0.066 0.395 0,-0.032-0.581-1,-0.017-0.212 1,-0.004-0.315-1,0.006 0.255 0,0.008 0.171 3,0.009-0.150 0,0.010-0.355 1,0.008-0.279-1,0.010-0.849-1,-0.006 3.961-3,0.023-3.023 2,0.016 0.060 3,0.012-0.713 0,-0.004-0.822 1,1.373 0.178-1,5.588-4.559 0,2.146-0.909-2,0.367-0.405-2,-0.747-0.249 0,-1.466-0.121 1,-0.130-0.045 0,0.685-0.020 3,-0.842 0.013-1,-0.858 0.021-1,3.042 0.012 0,-1.922 0.023 0,0.724 0.005 0,1.995 0.003 0,-0.910 0.001-1,-1.272-0.001 0,-1.501 0.000 1,0.845-0.001 0,0.070-0.001 2,-0.972 0.441-1,-5.251 5.841 0,-0.964-0.136 0,-0.799 0.733-1,-3.250 0.567 0,-2.607-3.028-1,0.728-1.885 0,-0.565 1.860 1,1.227 0.590-1,1.799 0.747 2,9.774-4.892 0,-0.266-0.933 1,2.259 0.101-2,-1.429-0.006-1,2.008 0.000 0,2.420 0.000-2,-3.489-0.048 1,-0.713-0.072 1,-1.048-0.082 0,2.599-0.433 0,-2.816-0.746 1,-6.285-4.770 2,-0.163 0.158-1,-6.349 4.914 2,-1.560 0.876 0,-2.854 0.063-5,-1.725 0.049-2,-1.865 0.039 1,-0.371 0.028 0,0.582 0.019-1,6.744 0.006 1,0.231 0.003 2,-4.739 0.010 4,0.583 0.002-4,-0.609 0.002 0,0.792-0.002 7,1.303-0.001-6,1.519-0.002 0,1.536-0.004 1,-3.313 0.005-1,4.089-0.008-2,-0.358-0.004 1,0.788-0.003 7,-1.927-0.001 1,2.087 0.002-7,-1.040 0.000-1,-0.524 0.000 0,-0.283 0.000 1,0.295 0.000-1,0.474 0.000-1,0.542 0.000 1,-3.987 0.000 1,-0.377 0.000 10,3.922 0.000-13,13.428 0.000 6,0.396 0.000-2,8.100-1.425-4,-2.475-0.757-1,0.994-0.285 1,5.575-1.393-3,2.316-0.533 2,0.113 0.038-1,1.514-0.058 7,-0.517-0.112-6,-1.723-0.138-3,-0.983-1.593 10,-1.785-0.932 1,-2.127-0.446-11,-2.746 0.580 13,-2.220 0.770 0,-2.024 0.977-8,-1.744 1.032 0,-1.430 0.983 3,1.760-1.305 4,-3.366-0.955 3,-1.247-3.135-1,0.947-3.117-8,-1.522 5.681-1,-0.146 0.376 2,1.207-4.213-2,-1.289 1.983 2,-0.828-0.447 1,-0.971 1.214 0,-0.351 0.225 1,-0.036-0.496-1,0.059-1.846-1,0.084 1.558 0,0.023 0.922-1,0.012-0.352 1,0.014 0.816-1,-0.006 0.284 0,-0.004-0.921 2,0.000 0.607 1,-1.949 0.641 0,-1.856-1.127-3,-0.896-2.928 0,0.508 1.568 0,0.814 2.736 0,-1.426 1.174-1,-1.343 4.677 1,2.233-6.988 4,2.835-0.617 1,-4.783 4.401-3,-0.742 3.179-2,2.849 6.266 1,0.394 0.814 1,-1.175 2.557-4,-0.344 1.218 0,0.198 1.632 1,0.513 0.406 1,0.666-0.380-7,0.836-0.305 7,0.594-0.212 4,0.531-0.648-5,0.406 0.880 2,0.422-1.157 4,0.319-1.724-6,0.228-1.925 10,0.236 2.276-11,0.901-16.360 5,0.918-0.313 0,3.281 1.391-1,1.527-0.766 0,3.502-1.022 0,-4.611 3.295-3,-0.430-0.287 1,-0.697-0.313 0,0.637-0.330 0,2.012 0.264 1,1.519-0.453 3,-0.370 0.494-3,-0.337 0.426-1,-0.691 0.572-1,-0.860 0.625 0,3.705-1.013-1,-3.043 1.882 3,-0.109 1.159 0,-0.717 1.511 2,-0.154-0.441 2,0.123 3.135 1,-5.457 5.018-4,-0.541-1.551-1,-0.130-0.464-1,-0.048 2.413-1,-0.029 2.326 2,0.010-4.949 0,-0.001-0.163-1,-0.015 5.051 6,0.014-3.374-10,0.007-14.049 9,0.016-1.146-1,0.000-3.606-6,0.000 3.427 2,0.000-1.260 0,0.000-0.760-2,0.000-0.192 0,0.000 0.202 1,0.000 1.252 0,0.000 0.150 2,-0.070-1.833-1,-0.108 1.374-1,-0.121 1.571 1,-0.650-2.561 5,-1.129 3.737-1,-4.733 6.846-2,-0.439 3.997 1,-0.527 2.733 0,0.482-1.560-1,-8.728 7.227-6,8.544-6.813 3,-6.747 5.765-2,0.343-0.098-1,1.320-0.775 2,1.827-1.137 3,1.998-1.273-1,0.214-1.218 2,1.145-1.692-3,1.344-1.563 7,-2.119 0.730 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24T21:25:46"/>
    </inkml:context>
    <inkml:brush xml:id="br0">
      <inkml:brushProperty name="width" value="0.0529194456206428" units="cm"/>
      <inkml:brushProperty name="height" value="0.0529194456206428" units="cm"/>
      <inkml:brushProperty name="color" value="#f9fbf8"/>
      <inkml:brushProperty name="ignorePressure" value="0"/>
    </inkml:brush>
  </inkml:definitions>
  <inkml:trace contextRef="#ctx0" brushRef="#br0">17624.761 10487.500 767,'6.490'0.000'0,"-0.168"0.000"0,-0.072 0.000 0,0.854 0.000-7,5.351 0.000 6,-3.277 0.000 0,1.460 0.000-1,0.612 0.000-2,0.024 0.000 2,-0.864 0.000 2,-0.637 0.000-1,-0.740 0.000-2,-0.759 0.000 1,-0.719 0.000 0,3.521 0.000 5,-3.106 0.000-2,0.097 0.000 1,-0.059 0.000 0,-0.157 0.000-1,0.030 0.000 1,-0.520 0.000-4,-0.568 0.000 1,-0.556 0.000 0,4.778 0.000 2,-1.319 0.000-1,-1.874 0.000 1,-1.308 0.000 0,1.988 0.000 0,-0.963 0.000 1,-0.170 0.000-2,0.014 0.000 1,0.620 0.000 0,-0.573 0.000-1,2.892 0.000 0,0.165 0.000-1,-0.540 0.000 0,0.330 0.000 0,1.571 0.000 1,-0.116 0.000 1,-0.939 0.000-1,-0.908 0.000-2,0.184 0.000 0,-0.523 0.000 3,0.058 0.000 0,-2.112 0.000 0,0.571 0.000-2,0.372 0.000 1,-0.486 0.000-1,-0.097 0.000 1,-0.182 0.000-1,-0.221 0.000 1,0.410 0.000-1,-0.013 0.000 1,0.033 0.000 0,-0.063 0.000 1,-0.511 0.000-1,-0.590 0.000 1,-0.582 0.000-1,4.631 0.000 0,-2.286 0.000 0,-0.052 0.000 0,0.595 0.000 1,-0.876 0.000 1,-1.938 0.000-2,0.269 0.000 0,-0.394 0.000-1,0.811 0.000 1,1.127-0.287 0,1.792-1.725 2,0.879-2.143-1,-5.364 1.357-2,3.665-4.623-2,-5.410 2.572 2,-0.149-0.734-1,-0.311 0.283 3,2.739-3.377 0,0.043 3.027 1,0.063 2.669-2,0.318 1.680 0,0.698 0.940 0,1.026 0.503 1,1.573 0.209-1,1.223 0.001 0,0.902-0.082-1,-5.625-0.173 1,5.432 0.029-1,-0.770-0.064 0,-0.861-0.041 1,-0.934-0.022 0,0.006-0.007 1,-0.039-0.003-1,2.848 0.001 1,-4.569 0.006-1,0.243-0.000 0,0.079 0.001-1,0.669 0.000 0,-0.712 0.001 0,-0.860 0.002 0,4.040-0.001-1,-2.807 0.001 3,-1.815 0.000 0,1.528 0.000-1,1.348 0.000 2,-2.312 0.000 0,0.801 0.000 0,2.552 0.000-2,1.006 0.000-1,-1.457 0.000 0,-1.592 0.000 0,-1.224 0.000 0,-0.352 0.000 1,0.397 0.000 0,0.573 0.000 2,1.724 0.000 0,2.128 0.000-1,0.174 0.000-2,-0.611 0.000 0,1.215 0.000-1,-4.344 0.000 1,0.011 0.000 0,-0.413 0.000 2,-0.645 0.000 0,4.348 0.000-2,-2.624 0.000-1,-0.860 0.000 0,3.474 0.000 3,-4.328 0.000 1,0.613 0.000 1,0.010 0.000-1,-0.364 0.000-4,-0.560 0.000 1,4.348 0.000-1,-2.264 0.000 2,-1.592 0.000 0,0.729 0.000 0,2.701 0.000 2,-4.022 0.000 0,0.612 0.000-1,0.510 0.000-1,0.401 0.000-1,0.304 0.000-1,0.216 0.000 1,0.145 0.000 1,0.090 0.000 0,-0.301 0.000-1,-0.517 0.000 1,-0.608 0.000 0,-0.612 0.000 0,4.778 0.000 0,-2.486 0.000 0,-0.971 0.000 0,-0.537 0.000 1,-0.090 0.000 0,0.281 0.000 1,0.303 0.000-2,0.580 0.000 0,0.168 0.000 0,-0.410 0.000 0,-0.385 0.000-1,0.475 2.439 1,-4.045 4.805 2,-2.164-1.075-1,2.457 0.278 1,2.204-3.674-2,0.433-1.448-1,-1.909 3.824 1,-3.970 1.209 1,-1.006 0.831-1,-0.188-0.577 0,2.131 1.978-1,3.967-0.725 0,0.693 1.683 1,-1.447 0.309-2,-2.068-2.597 1,-1.292-1.482 1,-2.405 0.353 0,0.515 0.006-1,0.000-0.006 1,-2.287-0.307 1,-4.010-5.614 0,0.211-0.195 1,-0.533-0.031-1,-2.844-0.001 0,3.164 0.012-2,-1.295 0.001 0,-0.544 0.001 0,-0.030 0.001 1,0.295 0.000-1,0.478 0.001 0,0.756 0.001-1,0.514 0.000 0,-4.765 0.000-1,1.370 0.000 5,-2.546 0.000 1,1.449 0.000-1,-5.766 0.000-1,4.941 0.000-2,-0.013 0.000-1,0.604 0.000 0,0.929 0.000 1,1.057 0.000-1,1.163 0.000 0,0.347 0.000 0,0.148 0.000 0,-0.180 0.000 4,0.208 0.000 2,0.202 0.000-1,0.186 0.000 0,0.498 0.000-3,-4.299 0.000-1,2.618 0.000 1,-0.499 0.000 0,2.088 0.000 1,-1.257 0.000-1,0.116 0.000 1,-0.091 0.000 0,0.437 2.466 1,4.229 3.985-1,-3.037 0.238-1,-0.612-1.835 0,-2.062 0.612-1,-1.242-0.082 0,0.308-0.777-2,0.139-0.622 1,0.418-0.691 0,0.564-0.685 0,0.618-0.630 0,1.800-0.748 2,0.057-0.307 0,-0.068-0.264 1,-5.153 2.207 0,-0.458 1.288 2,2.819-1.385 1,-0.630-0.070-4,-0.266-0.192-1,0.002-0.268-1,-3.455-0.026-1,-0.750-0.433 0,-0.066-0.407 1,0.339 1.059 3,-0.273 0.665 1,0.276 0.264-5,0.628-0.021 0,4.555-1.209 4,0.053-0.131 1,-5.793 0.999-2,0.988-0.532-5,1.273-0.529 5,1.354-0.486 4,1.295-0.419-1,3.303-0.494-4,-0.046-0.136 1,-4.124-0.059-1,-0.602-0.203 4,0.194-0.133 1,0.107-0.080-2,0.246-0.042-3,1.531 1.833-1,-2.748 1.432 2,-1.224 0.481 1,1.607-0.521 0,0.238-0.222 0,0.466-0.340-4,0.577-0.392 1,0.035-0.286-1,1.003-0.446 3,0.991-0.392 0,0.907-0.327 0,0.781-0.262 1,-3.843-0.093 1,1.036-0.359 0,-1.318-0.167 0,-0.697-0.053 0,0.740 0.043-2,0.737 0.065 0,0.823 0.056-1,0.739 0.040 1,0.473 0.020 1,0.681 0.008-1,-0.783 0.001 1,-1.158 0.000 0,1.089-0.001 0,0.939-0.003-1,0.549-0.002-1,-0.038 0.000 1,0.022 0.000-1,-0.409 0.000 0,-0.104 0.000 2,-1.622 0.000 1,-1.090 0.000-1,-0.151 0.000-1,2.995 0.000-1,-1.015 0.000 0,-0.374 0.000 0,0.055 0.000 2,0.320 0.000-1,0.464 0.000-1,-0.027 0.000-1,0.018 0.000 0,-0.099 0.000 0,0.823 0.000 3,0.249 0.000 0,-5.178 0.000 2,1.130 0.000-3,-1.212 0.000-1,5.131 0.000 1,-3.137 0.000 1,-2.436 0.000 0,-0.627 0.000-1,-1.072 0.000-1,-0.294 0.000-1,-2.517 0.000-1,-1.355 0.000-2,-0.839 0.000-1,-2.517 0.000 6,1.136 0.000 3,1.663 0.000-8,4.087 0.000 1,1.626 0.000 1,1.555 0.000 5,1.409 0.000 1,1.222 0.000 0,0.513 0.000 0,1.292 0.000-1,-3.389 0.000 2,2.812 0.000-1,-1.027 0.000-1,-0.166 0.000 1,1.709 0.000-2,-0.617 0.000 0,-1.115 0.000 1,-2.368 0.000-3,4.136 0.000 1,-0.513 0.000-1,0.104 0.000 10,-3.908 0.000-15,4.730 0.000 3,12.956 0.000 6,-0.790 0.000 1,1.887 0.000-1,1.543 0.000-6,-1.230 0.000 1,1.458 0.000-1,0.829 0.000 1,2.622 0.000-1,-0.489 0.000 0,-0.979 0.000-1,-1.207 0.000 1,-1.258 0.000 1,-1.188 0.000 1,-0.977 0.000 2,3.874 0.000 1,-3.110 0.000 1,-1.782 0.000 0,1.820 0.000 0,1.187 0.000 0,-1.939 0.000-2,0.398 0.000-1,0.438 0.000 1,0.263 0.000-1,0.858 0.000 0,1.162 0.000-1,0.977 0.000 1,-0.063 0.000 0,-0.125 0.000-1,1.230 0.000 1,-1.681 0.000-1,0.635 0.000 1,-4.196 0.000 0,0.315 0.000 0,0.271 0.000-1,0.768 0.000 1,0.156 0.000 0,0.079 0.000 0,3.376 0.000-1,-0.861 0.000 1,1.023 0.000 0,0.129 0.000 0,-0.453 0.000-1,-0.793 0.000 0,-0.068-0.698-1,-0.717-1.069-1,-0.602-1.210 0,-1.179-0.249 4,-0.531-0.042 1,-0.468 0.215-1,-0.386 0.362 1,-0.361 0.346 0,-0.815 0.483-2,3.479-0.568 1,-2.678 1.312 0,0.296 0.800-1,0.202 0.691 1,-1.066-0.138 0,2.845-0.111 0,-0.339-0.089 1,4.829-0.317-1,-4.253-0.464-2,0.230-0.514 0,-0.340-0.508-1,-0.668-0.465 1,-0.814-0.397-2,-0.840-0.323 1,-1.068 0.197 1,4.003-1.969-1,-1.601 1.453 3,-0.888 1.368 2,-0.583 0.993 0,0.500 0.709 0,-1.070 0.546-2,1.037-0.059-1,-1.061-0.268 1,0.288-0.022-1,4.730-0.001 1,0.815 0.002 0,-0.915 0.002-4,-2.117 0.001 1,-2.062 0.001 0,0.674 0.000 3,0.203 0.000-1,-0.239 0.000 0,0.526 0.000 2,-1.770 0.000-1,0.108 0.000 0,1.298 0.000 0,-1.526 0.000-1,3.102 0.000 0,-1.968 0.000-1,0.516 0.000 1,-0.006 0.000-1,-0.321 0.000 1,-0.482 0.000-1,4.096 0.000-2,-1.951 0.000 0,-1.462 0.000 5,-0.917 0.000-1,0.339 0.000 1,1.764 0.000-1,5.026 0.000 1,-4.735 0.000-2,0.082 0.000-2,-0.208 0.000 0,-0.732 0.000 1,-1.061 0.000-1,-1.136 0.000 1,2.930 0.000 0,-0.941 0.000 2,-1.543 0.000 1,-0.086 0.000-1,0.431 0.000 0,3.881 0.000 2,-4.132 0.000-2,0.281 0.000 0,1.088 0.000-3,0.663 0.000 1,0.339 0.000 0,0.628 0.000 0,-0.128 0.000 1,-0.278 0.000-2,-0.359 0.000-1,-0.023 0.000 1,0.208 0.000 2,1.450 0.000 1,-1.383 0.000 14,-1.698 0.000-19,2.290 0.000-1,-16.041 0.000 9,0.328 0.000-1,-0.176-2.094 0,0.808-4.742-4,-2.171 1.593-3,-2.575 1.328 3,2.024 2.079 0,-1.498-0.300 0,-1.201-0.701 0,-2.537-0.818-1,-0.745-0.095-1,-2.837-0.471-1,0.589 0.493 1,1.038 0.614 1,3.024 0.942 1,0.415 0.438 1,2.795 0.627 0,-0.011 0.220 1,-6.831-0.007 2,-0.623 0.357 1,0.308 0.265-4,0.856 0.185-1,1.122 0.122 0,1.190 0.072-2,0.425 0.042-1,0.519 0.008 7,3.468-0.047-1,-0.071-0.008 1,-0.766-0.004-2,0.041-0.014 1,0.091-0.015-1,-2.509-0.008-1,-0.723-0.013-1,1.225-0.015 0,1.729-0.013 1,1.888-0.009 0,-2.518-0.007 0,3.942-0.021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24T21:26:30"/>
    </inkml:context>
    <inkml:brush xml:id="br0">
      <inkml:brushProperty name="width" value="0.0529194456206428" units="cm"/>
      <inkml:brushProperty name="height" value="0.0529194456206428" units="cm"/>
      <inkml:brushProperty name="color" value="#f9fbf8"/>
      <inkml:brushProperty name="ignorePressure" value="0"/>
    </inkml:brush>
  </inkml:definitions>
  <inkml:trace contextRef="#ctx0" brushRef="#br0">17681.000 10519.000 767,'6.371'0.000'0,"-0.176"0.000"0,-0.107 0.000-1,-0.078 0.000-4,4.930 0.000 4,-2.685 0.000-1,0.722 0.000-1,1.357 0.000 2,0.342 0.000 0,-0.334 0.000-2,-0.743 0.000 0,-0.948 0.000 4,-1.011 0.000 1,-0.691 0.000-3,3.319 0.000-2,-3.809 0.000 3,0.504 0.000 4,-0.750 0.000 0,1.361 0.000-2,-0.293 0.000-1,-1.115 0.000 1,3.334 0.000-3,1.274 0.000 7,-2.356 0.000-10,-2.219 0.000 1,-12.621 0.000 6,0.066 0.000 0,-3.931 4.234-3,4.057-1.382-1,0.142-0.071-2,0.567-0.289 1,-3.142 1.275 0,1.267-0.981 0,0.951-2.501 0,0.308-0.497 1,-2.775 0.220 4,0.996-0.004 2,1.644-0.003-3,-4.226 0.001-5,1.604-0.002 1,-0.563 0.000 2,-0.084 0.000-1,0.244 0.000 0,0.428 0.000-1,0.503 0.000 1,-3.966 0.000 1,4.690 0.000 1,-0.067 0.000 0,-1.334 0.000 0,0.898 0.000 0,1.104 0.000-3,-3.703 0.000-1,3.684 0.000 3,0.653 0.000 1,-2.212 0.000 1,0.207 0.000 2,-0.885 0.000-1,1.364 0.000-1,1.880 0.000-6,12.979 0.000 8,-0.616-1.874 0,-3.732-3.744-5,2.879 1.812 0,12.895-4.852-4,2.960-0.588 0,3.220-0.869-2,1.278 0.015 0,-1.657 0.711-1,3.802-1.549 0,-0.004-0.171 0,-6.898 2.802 1,-0.948 0.547 1,1.001-0.632 11,-2.331 0.311 3,0.498-0.873-9,-3.527 1.207-1,-3.224 1.326 5,-2.803 1.310 12,-2.333 1.208-13,-1.864 1.056 4,1.609-0.363-3,-2.694-1.817 5,-6.593-1.594-1,-5.491 2.397-3,0.794 2.859-5,-0.635 0.786 0,1.199 0.477 0,-2.014 0.082-1,-1.605 0.051 3,-5.381 0.029-2,-2.565 0.014-4,-0.613 0.001 2,1.510-0.016 3,-1.051-0.005-5,3.880-0.017 1,0.073-0.004 0,-5.574 1.135 8,-0.166 0.692-4,0.785 0.356-6,1.381 0.108 8,-0.542 0.401 1,3.131-0.182-5,3.124-0.263-1,2.856-0.291 0,2.452-0.282 1,-1.060 0.983 5,3.495 2.328 1,0.618 0.634 0,-0.066 0.284 1,2.711 0.398 1,0.353 1.145 1,0.274 0.231-4,5.435-0.796-4,6.616-1.982 2,-3.301-3.247-2,0.468-0.480-1,-0.068-0.396 0,-2.107-0.373 1,0.133-0.150 0,0.218-0.120-1,0.266-0.093 0,2.297 0.007 2,-1.006 0.091 3,-1.360 0.149-2,2.997 0.839-2,-3.524 1.681 2,-6.138 3.345 0,-1.876 1.610 0,-3.202 3.222 3,-0.583-5.532-3,-0.450-0.403-3,0.118-0.503 1,0.528-0.597-1,-2.557 2.220 1,3.021-1.911 0,1.659 1.187 1,3.844 0.820 1,5.306-4.249 2,1.770-1.320 0,0.991-0.368 1,-1.796-0.275-8,-14.701 0.156 8,-1.174 4.493-4,1.577-1.214-2,-15.333 2.834-5,-2.125-1.099 1,-0.154-0.593 1,2.191-0.775 1,3.405-0.818-1,3.829-0.767 1,3.745-0.669 1,3.351-0.551 0,-0.095-0.090 1,15.410-1.733 4,0.527-1.283 2,-1.854-2.678 5,-0.417-0.615 0,-1.588 0.607-1,-0.965-0.632-5,-2.381-1.500-4,-0.100 0.655 1,6.393 1.177-1,-0.183 0.190 1,1.960-1.318-1,1.086-0.525 1,0.434 0.042 0,-3.082 1.891-3,7.781-3.492-1,-4.705 2.925 0,5.606-2.919 0,-2.501 1.810 5,1.034-0.512 1,0.668-0.708-5,0.627-0.353-1,6.257-3.672 0,-5.150 2.816 1,12.984-6.899-1,-2.036 0.769-2,-3.077 1.197 6,-3.441 1.313 1,-4.436 1.896-1,-4.174 1.817 0,-3.644 1.611 0,-3.000 1.340 5,-0.836-2.491 5,-9.633 2.469-2,-5.947 4.761 2,-1.659 0.761-3,-9.716 0.174-12,6.283 0.106 1,-17.345 0.125-6,-4.774 0.076 1,30.005-0.099 8,-44.690 3.422-10,-3.743 1.565 2,1.359 0.539 2,4.763-0.222 6,6.677-0.522-8,7.861-0.720 0,7.959-0.785 0,7.375-0.761 50,6.411-0.687-45,5.290-0.583 2,14.307 0.122 4,2.344-1.801 0,-0.250 0.030 0,0.799 0.094 1,1.425 0.118 18,-2.349 0.060-4,0.701 0.010-19,2.496-1.583-70,-0.109-0.837 141,-0.485-0.311-71,-2.622 0.586 0,-0.509 0.134 3,-0.491 0.201 0,-0.454 0.238-2,0.893 0.003-1,-0.590 0.368 4,-0.526 0.327-1,4.481-0.101 1,-0.803 0.639 0,1.899 0.351-1,-5.756 0.081-1,0.070 0.019 0,0.067 0.004 0,0.054-0.005 0,1.053-0.014 0,0.854-0.011 0,0.415-0.011 0,0.213 0.076 0,-0.997 0.118 0,-1.268 0.138-2,2.564 0.777 0,-3.191 1.331 2,-5.692 3.539 1,-1.261 0.129 1,0.966 0.761 0,-0.702-0.916-1,-3.977 4.267 0,2.009-3.715-1,0.261 0.303-1,0.319 0.263-1,0.386 0.097 1,0.923-0.545 0,2.658 3.847 1,7.706-6.812 4,5.142-0.948-5,2.981-0.815-1,-10.264-1.308 0,22.505 0.405-6,6.581-0.427-2,2.908-0.318 5,5.889-0.225-1,-15.924-0.083-1,16.691-0.078-6,5.415-0.049-2,16.481-0.077 15,-27.618 0.081 1,27.189-0.107-9,-9.148 0.021-4,-10.907 0.031 2,-11.040 0.037 7,-10.179 0.034 1,-9.108 0.033 36,-7.372 0.025-34,-26.402 5.894-15,-0.245-0.816 37,-0.223 0.159 35,-1.888 0.541-64,-0.547 0.072 1,0.415-0.258 1,0.547 0.151 2,-6.743 1.531 3,4.541-1.736-5,4.577-1.632-1,-7.360 1.628 10,-1.102 0.886 1,-0.511 0.329-8,3.451-0.897 4,0.662-0.255-3,-8.697 1.995-3,3.447-1.190 1,3.805-1.264 5,3.988-1.204 1,3.765-1.066 0,3.313-0.892 2,2.758-0.709 0,2.184-0.539 3,-1.467 0.890 6,6.101 4.530-8,7.440-1.054 2,1.549-3.047-6,2.357-1.075-3,1.812-3.209-1,-5.489-0.050 2,2.249-2.496 2,-4.002-0.402-3,-10.429 2.307 5,-3.200 3.014-1,-1.650 0.019-4,3.598-0.044 1,-1.008 0.323-1,-0.762 0.553 0,-4.853 1.304-2,1.373 0.349 2,2.232 0.011 0,2.586-0.201 8,-0.570 1.389-9,30.847-2.267 10,10.278-4.877-5,6.652-1.362 1,21.240-5.667-41,9.600-3.149 18,1.621-1.337 4,1.258-1.494 16,-1.227-0.348-20,-5.583 1.009 1,-5.198 0.837 6,-10.998 2.239 52,-10.944 2.271-50,-9.991 2.101 2,-8.571 1.817 3,-6.975 1.493 21,-5.407 1.168-3,-2.901-1.439 6,-19.157 2.250-8,2.009 2.147 19,-6.821 0.335-6,-4.828 0.218-30,-2.709 0.159 1,-14.142 2.157 0,-5.776 1.694-7,-1.230 1.261 4,-8.798 1.950 8,-1.747 0.620-15,2.740-0.253 0,2.709-0.236 30,5.558-0.209-18,6.853-0.173-8,7.999-0.879 2,7.211-1.084 52,6.529-1.185-49,5.575-1.154 5,4.526-1.041 10,1.074-1.137-8,11.821-7.197 15,2.469 3.658-8,-0.199 0.997 24,-13.893 0.583-29,-0.778 1.779-4,0.180-0.018 0,0.302-0.005 0,1.159-0.004 0,-1.524-0.003 4,15.645-0.007 0,5.058 0.002-1,4.982 0.000-6,2.644 0.001 1,-8.474 0.000 1,7.011-1.791-2,1.553-1.190-1,0.422-0.708 0,9.467-2.318 5,-0.476-0.669 0,-2.271-0.357-5,-3.888 0.371-1,-4.562 0.786 17,-4.596 0.977-12,-4.229 1.011-3,-3.650 0.950 4,-1.593-0.590 3,-12.437 1.994 10,-0.528 1.815 0,0.278 0.038-7,-2.202 0.034 6,2.122-0.051-13,14.607 0.003 4,5.573-0.868 1,-3.236-0.923-4,8.582-1.022-7,3.258-0.249 2,0.767 0.076 0,-1.627-1.320 2,-2.964-0.477 2,-3.543 0.080-1,-3.602 0.420 1,-3.334 0.590 16,-2.100-0.932-16,-11.935 5.309 5,-3.760 1.495-1,-4.345 1.118 1,-2.958 0.917-2,11.153-2.797-3,-19.865 5.492-5,-6.358 2.473-3,-3.280 1.833 11,-13.048 2.698-14,-3.927 0.152-2,0.524-0.960 0,0.052-0.928 7,7.007-2.169 14,8.526-2.199-16,8.745-2.035 2,8.149-1.763 48,7.098-1.447-43,5.858-1.131 1,16.766-0.961 4,-0.323-1.217 1,0.802 0.020 6,0.840 0.010 15,0.174 0.035-16,-0.277 0.045-11,-1.299 0.075 2,-0.438 0.044 1,-0.447 0.042-1,-2.064-0.267-1,5.828-2.660 1,-3.692-1.819 9,-5.468-1.114-6,-9.472 2.279 2,-0.676 3.219-2,-1.499 0.437-4,-2.365 0.327 0,4.111 0.329 2,0.451 0.377-1,0.727 0.381 0,-3.324 2.369-1,13.716 1.848 3,22.335-4.189 2,11.562-1.105-8,5.472-1.205-12,-14.501 0.047 9,0.045-0.181 0,5.493-1.175-2,0.179-1.515 0,14.189-2.861-4,-2.045-0.428 23,-4.680 0.329-3,-6.189-1.075-4,-6.604-0.260 3,-6.304 0.268-11,-5.592 0.567 1,-4.684 0.706 34,-3.732 0.731-25,-2.981 0.937-6,0.237-1.968 12,-3.279 1.783-4,-5.110 11.641 9,-4.434-3.578-15,-0.259 0.071 0,0.066-0.020-1,-2.678-0.684 1,-10.913-1.418 2,1.667-0.711-6,11.084-0.167 2,-15.174 1.443-4,-1.599 0.738 0,0.277 0.305-1,-0.320 0.292 3,3.473-0.255 4,3.868-0.387-2,3.757-0.434-1,3.347-0.421 1,2.799-0.378 1,-0.701 0.102 7,0.824-1.295-1,-0.908 0.178 4,-1.036 0.032 2,-0.999 0.003-5,1.064 0.001-8,-1.300 0.000-1,-1.263 0.001 0,-1.702 0.000 0,-16.741 0.533-3,-2.228 0.812 0,0.759 0.920 2,0.805 0.457-1,3.739-0.001 0,4.683-0.240 1,4.842-0.365-2,4.511-0.408 30,3.911-0.399-27,0.365 0.298 1,15.725-1.042 4,-1.507-0.836 0,2.363 0.183 3,0.866 0.074 7,1.689 0.006-5,3.808 0.004-12,1.611 0.002 1,0.120 0.002-1,-4.415-0.447 5,-0.328-0.745 1,2.933-1.339-5,-2.148-0.314 1,-2.381 0.060 2,-2.311 0.285 3,-2.060 0.394 0,0.968-0.848 0,-0.708 1.338-2,-0.036 1.598 1,1.940-4.120 2,3.330-1.151 3,-3.892 2.854-2,0.220-1.369-5,-0.514-0.576 0,-0.828-0.073 0,-0.947 0.240-1,2.608-2.916 4,-2.878 1.865-4,-0.548-0.035 0,-0.387 0.466 0,-0.725-0.945 1,-2.275-1.484 6,-8.299 2.029 1,1.046 3.842-7,-2.931 0.207 0,-3.402 0.202 0,-7.383 0.053-4,2.262 0.351 2,-1.236 0.146-1,-8.891 0.084-3,10.375 0.193 3,5.287 0.072 2,-10.227-0.005 0,-0.429 0.046 2,-6.203 0.047-3,1.378 0.039-3,-4.001 0.045 7,4.244 0.015-6,5.074-0.002 3,5.121-0.009 5,4.686-0.015 15,4.005-0.015-20,0.553 0.019 0,15.292-0.039 4,-1.019-0.057 0,0.987 0.010 0,3.395 0.003 3,6.361 0.000 3,0.603 0.000-5,9.155 0.000-10,4.779 0.000 1,-3.891 0.000-2,2.366 0.000 0,8.312 0.000-3,2.353 0.000 9,0.647 0.000-10,0.249 0.000 12,-0.001 0.000-7,-1.070 0.000 2,-11.200 0.000 7,7.895 0.000-13,9.961-3.100 25,-5.609-1.650-12,-7.057-0.618 4,-7.357 0.069 14,-6.926 0.487-22,-6.081 0.702-3,-5.048 0.777 3,-1.738-1.134 0,-13.617 1.592 3,-1.882 3.234 1,-0.374 3.386 4,-1.274 0.095 10,2.740-1.024-5,0.306-0.435-1,-20.630 7.541-13,-8.834 3.204-5,-3.984 1.404-2,-14.293 1.771-5,-5.286 0.256-2,0.706-0.700 0,1.152-0.251 31,4.516-1.463-30,6.209-2.085 2,4.656-0.704 2,6.494-1.383 52,7.084-1.689-48,6.852-1.733 19,6.134-1.617 12,5.180-1.410-25,4.157-1.162 0,13.653-1.240 4,0.007-2.110 0,2.045 0.728 6,1.438 0.232 12,2.587 0.017-14,-5.170 0.009-8,4.088 0.004-1,1.312 0.004-1,1.196 0.003 0,-3.106-0.001 0,8.799 0.004 6,-0.107 0.001-4,0.224 0.091 0,-2.992 0.133 0,-3.377 0.151 2,-3.303 0.145-1,-2.962 0.129 0,0.894 0.965 2,-7.545 4.331 2,-3.912 0.163 1,-2.436-0.733 1,-7.906-0.505 1,-4.541-2.173-4,-4.677-0.298-6,-1.915-0.355-3,0.032-0.372 3,-3.675-0.355-2,-0.884-0.324-3,1.010-0.278 2,2.189-0.232 6,1.856-0.176 10,4.378-0.161-12,4.415-0.113-1,4.093-0.076 27,3.581-0.044-37,1.134-0.128 2,15.453-0.133 30,-2.587 0.287-5,7.868-1.577-11,4.681-0.837 0,2.319-0.309-4,-0.220 0.022-2,-0.010-0.318-4,-1.431-0.322 4,-2.274-0.301-1,-0.631-0.298 2,-2.263 0.072 12,-2.542 0.178-14,-2.533 0.236 4,-2.341 0.252 11,-2.046 0.246-5,0.616-2.368-3,-12.926-0.950-2,-4.467 4.902 12,-2.220 0.301-12,-0.858 0.275-4,-3.342 2.091-1,-3.745 1.336-1,-2.235 0.829-1,-3.157 0.431 12,-13.816 2.028-16,-4.390 0.546-1,-0.833-0.049-1,15.929-1.978 14,-22.935 3.121-4,-1.938 0.379-10,1.038 0.152-2,-0.488 0.097 27,23.488-3.579-8,-15.929 1.994-12,9.890-1.305-3,5.723-0.468 3,5.730-0.318 20,5.393-0.198 17,4.318-0.133-22,5.089-0.575 1,4.268-0.620-6,6.558 3.099 2,15.657-8.705 17,2.995-3.251-10,2.849-1.698-101,2.450-1.650 86,2.773-1.649 12,0.541-0.748 47,-1.002-0.093-60,-3.819 0.963 8,-0.800 0.264-6,-0.699 0.684-4,-0.647 0.056 0,-1.123 0.502 2,-1.414 0.795 20,-1.553 0.966-4,2.716-0.876-9,-3.757 1.952-2,-3.570 1.755 0,-3.137 1.479 1,-2.595 1.181 0,0.431 0.390 3,-0.986 4.295-1,0.488-3.948 1,5.588-3.397 3,-3.512 1.707-3,-0.060-0.287-2,-0.672-0.221-3,-1.002-0.163 0,-1.127-0.113 0,1.354-2.769-1,-4.444 0.303 2,-9.273 3.321 5,-1.975 4.555 0,-1.090 0.911-6,-1.564 0.336-1,3.752-1.005 0,-0.268-0.079-2,-4.475 2.461 1,1.552 0.460 0,2.099-0.148 0,2.240-0.506 3,-0.826 2.013 8,19.879-1.240-6,2.902-6.193-2,2.297-0.992 0,0.284-0.216-2,6.239-2.004 6,2.274-0.646-25,-1.585 0.178 23,-2.859 0.475-2,-3.726 0.678-3,-3.939 0.748-1,-3.733 0.725 14,-3.288 0.650-17,-0.644-0.223 0,-15.294 2.062 17,1.408 3.068-3,-0.538 2.714 0,2.400-0.304 0,1.528 0.407-7,3.557 0.392 0,1.176-0.004 0,-4.785 0.933 0,-7.981-0.641 1,2.069-1.081-2,-1.219 0.511-1,-0.481 0.031-3,-2.800 2.871 3,1.451 0.024-2,1.961-0.699-1,2.099-1.083 3,2.006-1.220 5,1.776-1.202 0,-1.182 1.700-2,2.404-1.136-3,-0.191-0.041 0,-1.967-1.243 0,-3.564-3.071 14,2.720 0.856-4,-0.279 0.711-7,0.573 0.223-3,1.046-0.097 0,-1.975 1.749 3,11.540 0.669 0,8.310-5.220 1,-0.048 0.019-1,1.466-0.003-5,-0.338 0.113 1,-1.418 0.173 0,-1.968 0.195 0,-2.139 0.195 1,1.687 1.092 1,-8.115 4.221 3,-6.086-1.985 2,0.716 0.450-1,10.833-2.554 0,0.679-1.750-2,0.579-0.174 0,-0.781 0.040 0,5.216 0.021-1,-2.144 0.035 0,1.922 0.004-3,0.695 0.004 1,-0.664 0.003 2,-1.651 0.003-3,-2.034 0.001 1,-2.102 0.001 7,0.798 0.002-11,-13.743 0.005 12,-0.713 1.635-1,-0.667 8.055-5,4.509-4.025 0,0.499-0.371-1,-1.445 3.069 0,0.510-1.783-1,-2.115-5.408 1,-0.254-1.660 0,-0.168 1.812 3,0.148 0.749 1,-1.137 0.328 0,1.054-0.162-3,-0.300 0.420-4,-0.199 0.472 2,-2.099 1.434 0,0.871-0.182-1,1.165-0.489 3,1.247-0.632 0,-2.188 1.305-1,2.221-1.610 2,-0.646-3.431-1,-1.188 0.412 1,-0.807 0.064 3,1.155-0.005 0,-1.657-0.002-4,-0.069-0.001-1,0.848-0.001 0,0.314 0.000 1,0.960 0.000-1,-2.815 0.000 3,16.743 0.000 1,2.924-2.387-3,12.951-1.906-4,2.435 0.052-2,3.349-0.248 5,15.112-2.073-16,4.110-0.330 3,-0.469 0.372 0,0.941-0.815 19,-2.962 0.113-15,-5.120 0.673-1,-19.296 3.170 5,5.692-1.166 15,-4.059 0.132 6,-4.059-0.016-19,-1.438-0.715-1,-5.258 0.661 40,-4.343 0.789-34,-1.616-1.361 1,-11.560 1.622-2,-1.578 3.502 8,-0.033 0.561 0,-2.567 3.289 0,-5.018 1.421-8,2.936-2.789-4,-0.906-0.346 2,-4.726 1.194-1,-1.995 0.449-2,-0.141-0.044 1,-3.394-0.542 4,-1.711-0.436-4,0.272-0.486-3,1.224-0.675 11,-0.441-0.342-5,0.664-0.308-5,-2.622-0.203 0,-4.134 0.836 13,4.483 0.344-11,0.609 0.232 4,-7.141 0.669 8,2.646-0.224-14,4.245-0.376 0,4.824-0.432 0,4.738-0.427 11,4.260-0.387 5,3.592-0.327-12,0.568-0.003 1,13.956-1.009 2,-1.140 0.127 1,1.243 0.181 0,3.086-0.016 14,-3.336 0.000-6,2.464 0.000-10,2.204 0.000-2,5.841 0.000-2,-5.812 0.000 0,13.786-2.122 0,1.755-1.661 0,-0.172-1.237-11,-0.182-2.171 23,-3.007-0.600-11,-4.018 0.326-4,-4.271 0.856 3,-4.047 1.102 4,-3.557 1.154 16,-2.943 1.085-18,-1.426-1.540 2,-11.293 4.560 2,0.601 1.200-1,-3.401-0.740 8,2.679-0.184 1,-14.664 2.205-9,0.732-0.019-6,-2.207 0.187 2,1.672-0.364-3,-1.937-0.111-1,-2.032 0.725-1,-1.060 0.392 1,-7.385 0.972 2,14.133-1.664 10,-7.215 1.488-6,-6.714 1.461-3,20.858-3.191 3,-22.329 3.269 4,2.677-0.600 1,3.932-0.771-7,3.470-0.820 6,4.317-0.761 0,4.553-0.672-6,4.316-0.561 28,3.817-0.446-28,0.095-0.169 1,14.830-1.321 4,0.071 0.415-1,0.543 0.195 2,-0.280 0.107 2,3.391 0.020 3,1.963 0.008-9,2.976 0.003-2,1.659 0.001-1,0.917-0.001 3,2.524-0.001-5,1.186 0.000 0,0.193 0.000 5,-6.245-0.002 4,6.099 0.001-9,1.529-0.001-1,1.810-0.000 1,9.053-1.399 12,-12.604 0.273-4,7.940-0.720-6,8.967-2.107-1,-22.512 2.249 3,24.922-2.819-2,0.189-0.012 2,-2.261 0.293 1,-3.725 0.473-1,-2.779 0.226 2,-5.643 0.444-3,-5.416 0.373-2,-4.857 0.298 0,-4.133 0.230 4,-3.358 0.167 12,1.075-1.721 1,-4.926-1.468-2,-8.979 0.526-4,-2.464 4.029 5,-0.720 1.299 2,1.370 0.768-10,-1.873 0.917-5,-0.109-0.236 0,-1.292 0.052 0,-0.872-0.077-1,-0.536-0.164 0,-1.541-0.128 2,-0.980-0.268 1,7.383-0.663-2,-11.268 2.105-3,2.644-0.379-26,-0.804 0.029 32,-0.684-0.102 27,-1.505 0.706-27,3.827-0.601-3,-8.313 1.253 1,-0.781-0.083 0,0.437-0.260-1,1.255-0.367-1,-5.924 0.139 0,1.477-0.685-1,2.545-0.636-1,3.150-0.537 15,4.079-0.480-4,3.927-0.374 9,3.488-0.276-27,-0.540-0.221 0,15.683-1.052 20,-0.287 1.004 0,-0.126-0.020 1,8.236 0.000-1,-3.649 0.000-7,0.472 0.000-4,-0.490 0.000-1,-1.054 0.000 2,-1.321 0.000-1,-1.381 0.000 1,3.081 0.000 0,-3.884 0.000 0,-4.393-6.543 7,-11.134 1.945 3,2.967 2.581-3,-5.855 0.201-7,-2.835 0.361-2,-1.003 0.343 2,-2.891 0.304-1,-0.713 0.257-3,0.690 0.202 1,5.021 0.174 5,-0.340 0.369 4,0.155 0.553-8,0.500 0.655 0,-4.927 1.181 9,0.829 0.223-1,1.479-0.098-8,0.236-0.212 4,2.017-0.410 4,2.559-0.434-8,2.656-0.410 17,2.477-0.358-15,-0.406 0.061 0,13.403-1.144 4,-0.452 0.060 0,5.953-3.892 2,-3.895 1.277 0,-0.587 0.455-6,0.579 0.155 0,-1.525 0.274 1,0.319-0.427-2,5.698-3.344 0,0.718-0.845 3,-0.176 0.022-1,-0.682 0.556 0,-0.936 0.837 0,-1.015 0.940-2,-0.979 0.926 0,-0.872 0.837 6,-0.737 0.716 0,-1.122 0.328-1,3.070-1.311 1,-4.470-0.756 1,-0.847-2.590-2,0.822 3.089 0,2.617 1.151-1,3.845-2.675-2,-4.843 1.676 0,0.340 0.062 1,3.603-1.959-3,-3.675 1.430 1,0.717-0.066 0,0.582 0.106 1,0.009-0.671 1,0.049-0.296 0,0.075-0.016 0,4.364-1.559-2,0.306-0.133 2,-0.434-0.094 0,-0.942 0.280-1,-1.789 0.786 1,-1.898 0.909-3,-1.797 0.902 2,2.094-0.732 0,-2.725 1.970 3,0.336 2.791 0,0.944-0.725 2,0.345-1.959 1,-3.719-3.786 0,-1.913-1.907-5,-5.817 2.494 0,-2.696 5.238 1,-0.009-0.142-1,-3.772-0.165-1,-6.675-0.016-2,-4.291-0.004-2,3.286 0.000 1,0.063-0.002 0,1.637 1.263 3,0.569 0.748-1,1.124 0.358-2,1.418 0.079 0,1.078 0.005 8,1.802-0.259 0,1.682-0.325-5,1.485-0.348-1,1.249-0.333 4,-3.216 0.241 3,-1.736 0.678 1,5.043-0.214-3,-1.029 1.010-1,0.359 0.431-3,0.533 0.247 0,0.590 0.110 0,0.572 0.022 1,-3.226 3.381-1,2.084-1.126 0,1.517-1.156 1,-0.671 0.875 1,0.663-0.891-1,0.276 0.177 0,10.709-2.953 5,-0.152-2.228-1,3.806 0.185-3,5.451 0.020-4,10.653 0.005-4,6.783 0.002-1,2.443 0.001 0,7.537 0.000 0,4.473 0.001-6,0.766 0.000 0,11.740-0.000 23,1.254-0.001-25,-3.325 0.000-1,3.097 0.000 39,-2.677 0.000-38,-6.007-0.001 1,-6.649 0.000 33,-7.996 0.000-9,-8.156 0.000-17,-7.572 0.000 2,-6.577 0.000 50,-5.411 0.000-47,-1.671 0.000 3,-16.243 0.000 0,0.856 0.000 2,0.876 0.000 0,-2.360 0.000 7,2.024 0.000 3,-1.695 0.000 2,-6.362 1.841-18,-2.854 1.484-1,-0.983 1.148 0,-3.356 0.053 1,-2.053-0.055 1,-0.241-0.325-4,-2.926-0.255 5,-7.871 2.153 1,-1.661 1.374-10,7.373-1.585 15,0.654-0.240-1,1.717-0.466-6,2.366-0.593-4,-3.820 0.251-1,4.785-1.095 21,5.133-0.991 13,4.884-0.838-29,4.293-0.674 0,0.741-0.204 1,14.890-1.648 4,1.224 0.154 0,-1.148 0.276 0,0.570 0.174 0,4.796 0.078 3,-3.796-0.011 0,-0.552-0.688-2,2.071-0.488-6,-3.294 0.172 1,9.800-2.503-42,2.567-1.330 80,8.955-2.333-40,-3.344 0.415-3,-4.340 1.458 2,4.795-0.936 1,0.526 0.186-2,5.622-0.398 2,-7.273 1.462 4,11.799-2.449-3,-1.568 0.468-3,0.765-0.050 4,-5.441 1.151 5,-5.820 1.183-5,-5.608 1.110 2,-5.032 0.976 22,-4.276 0.818-34,-1.143 0.030 4,-15.242 2.115 17,-3.753 0.083 7,-0.241 1.162-9,-0.522 1.057-1,-4.119 1.706 0,1.440-0.530-51,-9.872 1.895 43,-13.908 1.688 5,12.828-2.609 1,-1.947 0.159-1,-13.369 2.542-5,8.086-1.477-4,-2.621 0.409 0,-36.692 5.207-4,-12.244 1.207-4,25.366-4.271 11,-1.212-0.210-9,-26.185 2.717-3,3.746-1.131 6,6.769-1.317-13,8.507-1.375 3,-3.409-0.144-1,16.006-1.967 49,14.711-1.649-19,12.639-1.311 73,10.271-0.989-165,7.934-0.709 82,17.802-2.057 0,0.434 0.942 29,-2.049 0.350 3,5.337-0.023 14,1.544 0.067-15,-3.360 0.086-33,0.157 0.027 0,4.768 0.015-1,1.722 0.029-1,-4.242 0.026 4,8.717 0.007 0,4.010 0.008-3,-1.181-0.337 1,1.290-0.583-2,-2.084-0.164-1,19.858-1.289-8,-16.354 0.884 8,0.706-0.251 1,0.572-0.390 1,10.583-2.048 0,-9.166 0.620 2,19.834-3.037-3,-19.918 2.661 4,19.571-2.286-5,-8.842 1.337 4,-3.465 0.619 4,-4.055 0.663-1,-2.818 0.075 1,-5.436 0.055 0,-5.164-0.147-4,-2.972-0.459 2,-5.202 0.477 20,-4.029 0.608-2,-1.103-1.131-14,-0.081 2.082 0,2.782 2.052-1,-2.188-1.975-2,-2.800-3.760 0,-2.249-2.133-2,-1.136 0.352 0,-0.313 0.788-1,0.031-0.237 0,0.093-1.210 2,0.071 1.250-1,0.016-1.128 0,0.006-0.258 0,0.004-1.173-1,-0.000 0.511-1,0.000 2.015 1,0.000-0.282 1,-0.004 0.750-1,-6.961 2.335 4,-1.428 3.485 0,-1.448 0.449-4,-7.960 0.155-2,-7.305 0.075-1,-3.404 0.019-4,-3.470 0.009 1,-16.907 0.010-1,-4.539-0.001-8,0.649-0.005 1,4.735-0.010 23,20.318-0.016-13,1.118-0.004-2,-14.732 0.006-5,3.322-0.006 1,6.688-0.005 35,6.803-0.004-9,6.318-0.004-11,5.496-0.002 8,4.537-0.002-20,1.644-0.003 7,14.753-0.005 4,-1.167 0.006 3,0.796 0.002 1,-0.903 0.000-3,1.676 0.000 1,-2.113 0.000-2,1.495 0.000 2,3.313 0.000-2,1.737 0.000-5,3.843 0.000-1,-2.874 0.000 0,1.429 0.000 0,1.453 0.000-1,20.115 0.000-4,16.248 0.000 4,5.087 0.000-8,-0.694 0.000 4,3.062 0.000-5,-2.671 0.000 5,-5.979 0.000-7,-14.906-0.896 13,1.916-0.772 31,-2.624-0.389-40,-3.472-0.154 5,5.649-4.068 28,-5.623-1.551-9,-6.368-0.269-20,-6.236 0.527 21,-5.594 0.956-9,-4.703 1.131-7,-3.742 1.131 0,-1.291-1.421 1,-9.142 1.051 1,-0.278 0.344-1,4.531-1.642 1,-1.473-1.288 12,-4.952 0.770 14,-0.147 1.830-26,-1.082 0.093-1,-3.727 0.446-3,-1.863 0.622 1,-0.556 0.681 1,-1.713 0.759 0,-0.981 0.527 1,0.107 0.453-3,-3.275 0.350 7,-0.253 0.327-6,0.966 0.239-2,5.009 0.147 4,0.007 0.068 2,-0.221 0.050 1,0.055 0.033-6,0.244 0.019 7,0.818 0.904 3,0.293 0.596-8,-2.879 1.228-1,2.098 0.237 3,2.361-0.055 5,2.323-0.233-3,2.103-0.320-2,-1.512 1.433-1,3.223 0.720 0,2.258 1.174 1,-1.770-1.145-1,1.400 1.082 3,2.753 0.523 4,0.527 1.537 2,1.297-1.332-7,1.632-0.436-1,1.958-1.950-2,3.599-1.637 1,7.330-0.953 1,-2.609-1.063-3,1.172-0.186 1,4.722-0.136-1,2.524-0.094-4,0.930-0.059 1,2.326-0.044 11,-1.092-0.014-12,-2.163 0.001 1,-3.342 0.010 1,-3.794 0.015 35,-3.750 0.018-39,-3.412 0.016 2,-0.531-0.014 2,-14.106 0.038 10,-1.572 0.045 2,0.687-0.001 0,-0.312-0.005 0,0.538-0.003-6,-1.712-0.001-1,-0.105 0.000-1,-2.458 0.000-1,-0.665 0.000 1,-3.155 0.000-1,-0.611 0.000-3,0.491 0.000 1,-2.044 0.000 5,0.672 0.000-3,1.983 0.000-2,2.601 0.000 7,2.744 0.000 1,2.589 0.000-6,-0.907 0.000 0,14.640 0.000 3,-0.347 0.000 1,5.660 0.000 5,-2.664 0.000 0,1.358 0.000-8,0.714 0.000-2,0.715 0.000-1,0.246 0.000 1,6.198 0.000 1,-4.208 0.000 4,-0.001 0.000-4,-1.348-0.566 3,-1.331-0.917-1,0.195-1.142-4,-2.544-0.245 2,-2.385 0.110 4,0.842-1.718 1,-11.560-0.067 3,-2.065 4.881-3,0.043-0.345 1,-0.216 0.009-3,0.146 0.000-1,-1.323 0.000 1,-0.775 0.000-3,-3.454 0.000-2,-0.890 0.000 1,-0.111 0.000-1,-0.070 0.235 1,1.724 0.360 4,2.009 0.402 0,2.003 0.394-3,-1.783 2.401 2,2.923 1.712 3,0.722-2.130 11,-0.003-0.220-15,11.518-3.095 3,-0.201-0.175-1,1.731 0.117-2,5.845 0.003-3,-3.480-0.002 2,1.421 0.000 0,-1.175-0.001 0,0.525-0.000-1,0.029 0.000 0,-0.316 0.000 0,5.127 0.000 2,0.668 0.000 3,-0.441-0.001-5,-4.491 0.000 7,-0.431 0.000-4,0.880-0.566-3,-0.533-0.917 0,-2.853 0.010 1,-0.188-0.189 6,4.593-1.145 0,-0.476 0.130-4,1.924 0.380 1,0.733 0.376 0,-0.295 0.394-1,-0.907-0.133 2,-1.204-0.446-6,-1.290-0.601 1,-1.634-0.215 0,-2.098 0.167 5,-2.026 0.340-1,0.690-1.141 1,-12.300 0.750 5,-0.856 3.158-1,-0.450-0.350-3,-3.880-0.006-4,2.605 0.002 0,-2.730 0.000-2,-16.200 0.000-3,-5.911 0.000 0,-1.360 0.001-2,8.013 0.000 4,-0.093 0.001-3,2.908 0.649 0,-0.144 0.463 0,-19.149 2.884 9,-0.978 1.083 0,2.582 0.241-1,14.388-1.613-1,0.416 0.369-1,-10.921 3.412-11,2.384 0.512 3,8.774-1.767 24,-4.047 0.915-11,6.781-2.031-8,6.820-1.179 8,-4.457 1.268-4,1.405-0.277 15,1.513-0.430-13,-3.220 0.683-3,3.925-1.044 4,3.825-0.996-1,3.427-0.881-2,2.887-0.734 1,-1.193-0.065 2,2.695-1.988-2,-0.201 0.011 3,-0.152 0.911 2,-0.747 1.191 2,3.053 3.384-6,4.582 1.234-2,-0.294 2.552 0,1.681-2.725 0,3.958-1.431 1,4.468-1.651-1,-4.293-1.919-1,4.322-0.202-1,2.486-0.263-1,1.555-0.211 0,-0.922-0.165 4,0.114-0.100-5,-3.841-0.063 2,8.577-0.053-4,-1.875-0.023 3,2.242-0.019 7,-3.258 0.013-5,16.334-0.046-2,-11.137 0.041 0,22.938-2.830-3,3.146-1.575-1,-0.958-0.678-2,2.206-0.405 3,-4.033 0.425 2,-5.660 0.691-8,-6.410 0.742 3,-7.328 0.826 20,-6.797 0.752 27,-5.879 0.641-53,-4.809 0.519 5,-14.413 0.438 20,-0.196 0.846 0,0.638-0.079-1,-0.216-0.104 0,-3.697-0.074 0,2.002-0.054-5,-1.153-0.009-4,-0.402-0.008-3,-3.274-0.004 2,-1.853-0.003-1,-0.393-0.002-1,0.573-0.000 2,2.822 0.001 0,0.877 0.000-1,0.896 0.000-1,3.391 0.002 1,-5.254-0.002-2,1.789 0.001 11,2.131 0.001 10,2.149 0.001-20,-0.952-0.001 0,13.914 0.002 6,2.973 0.000 0,-3.186 0.000-3,1.368 0.000 1,12.961 0.000-6,6.985 0.000 0,3.034 0.000 0,3.094-0.957-4,5.408-0.614-2,2.422-0.342-1,0.219-0.136 10,-1.643-0.762 3,4.895-0.794-14,2.245-0.695 0,0.257-0.590-1,-0.262-0.189 21,-1.561 0.105 7,7.705-0.763-21,-23.089 2.559-1,17.146-1.554-6,-7.362 0.963 21,-7.354 0.907 14,-7.052 0.782-10,-6.853 0.682 40,-5.850 0.536-78,-4.730 0.402 16,-1.772 0.300 11,-13.544 1.064 0,0.245-0.474 10,0.864-0.349 3,-0.365-0.109 0,0.054 2.431-9,-0.041 1.434-2,-11.554 4.445-3,-5.882 1.887-4,-2.157 0.310 0,-9.069 2.497-6,-3.180 0.450-2,0.714-0.846 4,-1.870-0.379 17,-0.240-0.173-19,2.322-0.529 0,-6.076 1.010 16,0.893-0.898-2,3.578-1.526-14,4.976-1.650 31,6.572-1.868-24,6.478-1.709-2,5.852-1.462 32,4.964-1.187-48,3.988-0.914 9,13.802-2.368 30,-0.390 0.357-1,3.137 0.611 0,1.622 0.081-3,1.691 0.015-16,6.671-0.520-2,2.898-0.807-2,0.333-0.916 2,0.321-1.031 5,2.540-1.098-6,0.602-0.768-3,-0.774-0.498 10,-20.170 4.316 0,25.625-5.254-2,0.648-0.231-8,-0.861-0.122 0,2.229-0.762 16,-5.114 0.999-1,-5.587 1.203-12,-5.372 1.218 0,-4.755 1.119 3,-3.962 0.958 1,-3.126 0.774 9,0.425 0.091 0,-12.230 2.976 25,-0.476-1.638-19,-0.513 0.000-13,-2.892 0.000-2,0.891 0.000 2,2.322 0.000-3,13.893 0.000 7,4.993 0.000-3,-3.655 0.000-3,1.574 0.000 0,1.298 0.000-1,-3.624 0.000 0,0.812 0.000 1,0.642 0.000 1,0.760 0.000 2,5.755 0.000-5,1.786 0.000 1,-1.191 0.000 1,0.854 0.000-1,8.862 0.000 2,-1.019-1.398-4,0.344-2.487 2,-2.259-1.187 0,-2.911-0.328 0,-3.078 0.236 14,-2.842 0.423-11,-3.475 0.857-1,-3.077 0.903-1,0.755-0.541 3,-11.140 9.345 7,2.634 0.341 1,-0.150 0.443-2,0.000-0.198-6,0.353 0.266 1,3.151-1.785-1,2.936-5.422-1,-0.112 0.545 0,-0.252-0.013 1,1.533 0.000-1,-0.577 0.000 0,-0.974 0.000-1,-0.028 0.000 1,1.003-1.874-1,-1.273-3.204 1,-0.208-1.208-1,-1.538 0.086 1,-1.645 0.554-1,-1.002-1.627 2,-1.896 13.325 2,0.529 0.064 0,0.000 0.500-3,0.000-0.457-1,0.000 0.282-1,0.000-0.324 2,0.000 1.229-1,0.000-1.261 0,0.000 1.147 1,0.000 0.161 1,0.000 1.133-2,0.000-0.665 1,0.000 0.337-1,0.000-1.769-1,0.000 0.004 0,6.598-2.734 4,-0.210-3.217 1,0.823-0.534-1,-0.935-2.048-4,1.448-4.006 0,-2.817 2.258 2,0.276-0.528 0,-0.044-0.595-1,2.790-2.357 0,-1.278 1.042-2,-0.366-0.052 2,-0.623 0.060 0,-0.199-0.193 2,-0.215 0.036-1,-0.074 0.030-2,0.744-2.447 0,0.010-0.704 4,0.011-0.137-1,-0.488 0.464 0,-0.759 0.792-1,-0.860 0.931-2,-0.852 0.935 0,-0.773 0.863 1,0.612-3.611 3,-0.138 1.910 0,0.915 1.008 0,0.933-0.925-1,0.079-2.002 1,-0.353 1.700-1,-0.419 2.657-1,1.326 1.635-1,0.883 2.948 1,-12.074 1.190 4,-0.988-0.749-1,-0.567-0.064-2,-1.420 0.002-4,1.597 0.005 1,-3.688 2.049 2,-4.237 4.513-2,4.367-0.064 1,-0.303 1.017 0,0.171 0.498-3,1.020-0.286 1,1.236-0.595 0,1.249-0.727 0,1.148-0.742 1,0.987-0.684 4,0.955 0.685-1,0.692 0.007 0,0.544-0.477 3,-2.152 2.891 1,0.803-3.202-1,-2.059-0.457-5,-0.939 1.494 1,1.043 0.094 1,2.070-0.842 0,1.232 0.772-2,2.626 1.066 0,1.292-0.800 1,-0.517-0.167 2,-0.145 0.279 0,0.012 0.118-1,0.000 0.063-1,0.000 0.980 0,0.000-0.368 0,0.000-0.297-1,0.602-0.676 0,5.714-10.505 2,-0.023-1.747 0,-0.229 0.015 0,0.993-1.522-4,-1.342-1.564 1,-0.104 0.397 1,0.985 2.475 2,-1.077 1.368 0,-1.562 0.337-1,-0.742-2.536 0,-1.902 0.850 0,4.626 5.290 1,0.249 0.997 0,-1.600 5.339 0,-4.502 2.748 0,-0.096-1.570-1,-0.006 6.371-2,0.008-4.948 1,0.001 1.919 0,0.001 0.859-1,0.002 0.135-1,0.000 2.888 2,0.002 1.159 0,0.000-0.002-2,0.000-1.078 6,0.002-1.282-6,0.000-1.449 0,0.000-1.437 0,0.000-1.515 25,0.000-1.871-28,0.000 1.304-2,0.000-13.704 14,0.000 0.134 0,0.000-0.761-3,0.000-0.624-5,0.000 1.326 1,0.000-4.082-1,0.000 2.200 0,0.000-0.632 1,0.000 0.345 0,0.000 0.708-1,0.000 0.877 1,0.000-3.967-1,0.000 3.014 2,0.000-0.100 0,0.000 1.141 2,0.000-0.192 1,0.000-2.521 6,0.000 2.745-11,0.000 13.728 4,0.000 1.459-4,0.000 4.277-1,0.000-2.078 0,0.000 0.510 1,0.000-0.107-1,0.000-0.693 0,0.000-1.712 1,0.000-1.890 12,0.000 1.689-16,0.000-15.009 11,0.000-0.666 0,0.000-0.875-5,0.000 0.482 0,-0.502-3.060-2,-0.771 3.534 1,-0.870 0.623 0,-0.451-0.901 0,0.003 0.262-1,0.231 0.813 2,-1.263-2.863 4,0.883 3.047-5,2.584 12.262 3,0.140-0.014-1,6.436-6.517 1,0.457-10.776-4,-3.213 4.224 1,5.211-11.845-3,0.711-3.019-3,-0.365-0.576 1,-1.884 3.413 2,-0.465 1.079 2,-0.460 1.789-3,-0.422 2.160 2,0.246 0.676-1,-1.093 3.274 7,-1.108 2.944 14,1.106 0.101-25,-2.550 12.341 15,-3.471 1.581 2,0.454-0.333-1,-2.199 4.572-8,0.683-3.724 0,-0.124 0.610-1,-0.493 4.203-2,0.237 0.778-2,0.340-0.099 2,0.706-3.092 1,0.108 1.398 4,0.250-0.020-3,0.407-3.615-1,-0.089 6.457 3,0.282-4.080 2,0.087 0.107-4,0.073 0.051 0,0.060 0.008 2,0.065 4.875-3,0.074-1.696 1,0.043-2.106 0,0.018-2.175 1,0.001-2.031 0,0.077 2.243 0,-0.020-3.135 0,-0.547-0.340 1,-6.624-4.338 5,0.016-0.960 1,0.285-0.348-4,-1.919-0.209-5,2.828-4.320 1,1.428-4.133 3,0.426 1.379-1,-0.657-4.292-3,2.182 2.789 0,-2.138-7.119 0,0.788 4.855 0,0.092 0.402 0,0.382 0.737 2,0.950 2.072 0,0.379 0.134-2,0.088 0.033 0,0.102 0.910 1,-1.840-3.290 6,-0.389 3.884-1,-0.355 1.537-3,0.400-2.590 2,1.451 0.147-2,0.920-1.511-1,1.378 1.946-1,0.473-1.128-1,-0.104 1.157 3,-0.089-0.192 3,-0.064 14.570-1,-0.002-1.869-3,0.000 6.512-5,0.000-4.913 4,0.000 0.082 0,0.000-0.349 0,0.000-0.584 0,0.000-0.680-1,0.000 4.321 0,0.000-3.193 7,0.000-13.739-1,0.000-0.486 1,0.000 0.199-7,-0.121-0.772 0,-4.641 3.179 1,-2.353 3.968 1,-2.106 0.387 0,0.821-0.119 0,-1.139 0.418-1,1.783 2.608 0,2.100 2.858 0,2.640 0.661 2,1.799-0.272-2,1.059 1.988 1,0.549-1.121 0,-0.042-0.218 0,0.268-0.564 0,3.962-1.632 1,2.680-4.418 1,-0.690-4.344-2,1.013-1.318-1,-1.862 1.566 1,-0.186 6.216 0,-6.138 4.420 0,0.544-0.887 1,0.056 0.547-1,0.010-0.453 0,0.005 0.798 0,-0.001-0.884-1,1.865 0.503-1,4.617-5.814 4,3.787-3.473 0,-2.321-2.830-4,1.479-2.210-1,0.479-1.064 2,-0.189-0.263-2,-0.591 0.260-2,-0.698-0.342 3,-1.495 0.120 0,-1.802 2.944-1,1.593-1.973 2,-0.802 0.075 7,-1.133 0.695 1,-0.989 0.627-6,-0.927 0.685-1,0.580-4.117-1,-2.141 1.727 2,-1.158-0.301-1,-0.490 1.019 9,-0.443 1.733-12,0.370 12.965 6,0.415 0.163 1,-0.005 1.437-7,-0.005-1.718 1,-0.002 0.817 0,-1.264 1.887 0,-0.747 1.474-1,-0.359 0.552 0,-0.079-0.093 3,-0.043-1.698 0,-0.391-1.015-3,-0.459-1.186 1,-0.971 0.386 0,0.239-1.012 2,0.488-0.706 2,0.518-0.879 0,-1.126 1.785 7,2.141-12.946-6,1.940-0.429 0,-5.756 4.782-3,-0.528 1.486-1,0.215-0.999 0,5.694-5.502 1,0.570-0.036 0,-0.408-0.495 0,-2.327-3.721-1,0.557 0.734 0,-0.861-9.179-4,-0.467-3.127-1,-0.396-0.140 0,-0.325 1.731 5,-0.048 1.191-3,0.464 2.201-1,0.481 2.798-3,0.482 3.051 8,0.427 2.864 9,0.350 2.495-3,-1.226-0.370 0,-2.955 5.862-3,-0.193 2.976 0,-2.663-1.362 0,-0.226 2.659 1,0.854 3.976-5,2.468-0.381-1,-0.765 2.092 2,-2.243 6.333-3,2.020 0.313-1,0.832 0.820 0,2.281-6.501 2,-3.009 9.925 0,0.536-0.022-2,0.856-1.181 4,0.479-0.818 2,0.206-2.036-3,0.020-2.613-1,0.346-1.029-1,0.635-1.904 15,0.708-2.140-13,0.694-2.095 13,-0.551 1.070-14,2.430-14.055 4,0.516 0.204-1,-0.079-0.192 1,0.014-0.880-1,1.508-2.578 0,0.802 4.303-2,0.302-0.313-1,-0.194 0.446 2,1.736-4.684-2,-1.271 1.515 0,-1.204 1.397 2,0.345 1.101 1,2.421-1.496 0,0.762 0.025 0,-1.197 1.763-1,-0.725 0.067 0,-2.291-0.622-1,-1.466-0.285 0,0.397-0.938 3,0.079 0.111 0,0.002 0.422-1,0.000-1.082 2,-0.004 14.777-1,-0.002 3.432-2,0.000-3.730-2,0.000 1.158 0,0.000 7.230-2,0.000 0.289 0,0.000 0.897 1,0.000-0.054 1,0.000 1.159 0,0.000-0.296-3,0.000-0.855 0,0.000 0.691 1,0.000-1.836 10,0.000-1.854-3,0.000-2.116-6,0.000-2.409 24,0.000 1.820-31,0.000-16.102 16,0.000-0.511 1,5.393-1.688-6,-0.891-2.911-3,-0.129-0.053-2,-0.121 1.257 2,-0.001-0.309 1,-0.356 0.140-1,-0.547-1.189 1,-0.616-0.315-1,-0.609 0.251 1,-0.642 4.386 2,0.335 0.609 1,1.383-2.252-2,-0.001 0.891-2,-0.271 0.695 4,-0.612 1.280-1,1.175-4.084 2,-1.404 1.762-3,-1.045 0.994 0,-0.738-0.824 1,-0.673 1.617 0,0.021-0.424-1,0.343 13.377 5,0.006 2.749-3,0.000-0.008-4,0.000-0.141 0,0.000 0.021-1,0.000 1.276 2,0.000-3.966 1,0.000 0.262-1,0.000 3.221-1,0.000 3.796-2,0.000-0.568 3,0.000-1.222 1,0.000-1.528 0,0.000-1.591-1,0.000-1.498 0,0.000-1.317 0,0.000 2.163 4,0.000-14.437 5,0.000-0.395-1,0.000 0.035-5,0.000-0.997-4,0.000-1.896 0,0.000-0.913-1,0.000-0.228 1,0.000 0.211 0,0.000 0.463-1,0.000 1.624 1,0.000 0.876 1,0.000 0.904 2,0.000-3.974 0,0.000 2.618 1,0.000 0.363 1,0.000 13.764 1,0.000 0.222 0,0.000-13.306-3,0.000-2.382-2,0.000-2.662-1,0.000 4.501 0,0.000-4.068-1,0.193 2.148 1,0.298 0.311 1,0.337 0.724 0,0.336 0.925 1,0.306 0.971 0,2.216-3.636-1,0.459 3.096 0,2.769-1.015 0,1.216 0.152 4,-2.126 2.887-1,-0.341 2.686 0,-6.261 8.346 0,0.502 0.184-1,0.102 0.603 0,-0.006 0.785 0,0.000 0.579-1,0.000-0.562-2,0.000-1.799 0,0.000 0.674 1,0.000-0.130 2,0.000 0.098-1,0.000-0.517 1,0.000 2.859 1,0.000 3.382-2,0.000-5.799-2,0.000 4.802 0,0.000-1.311 1,0.000-1.388 1,0.000-1.063 0,0.000 0.398 1,0.000-1.162 0,0.000 0.041 0,0.000 0.024 0,0.000-0.109-1,-1.641-0.959 0,-3.161-1.878 1,-2.345 0.959 0,2.315-0.346-1,0.258 0.876-2,0.521 0.370 1,0.647 0.023-1,0.674-0.195 2,-0.860 4.612-1,1.859-0.829-1,0.895-0.098 2,-0.812-0.666 2,-1.448-1.073-1,-0.995-0.916-1,0.554-0.497-1,1.076-0.118 2,0.955-0.040 0,0.002 0.176-1,-4.191-3.703 2,-0.891-2.840-1,-0.277 0.354 0,-0.526-0.017-1,0.813-1.875 0,3.699-7.453 0,2.037-1.972 0,0.639 3.291-2,0.099-0.652 0,0.069-1.772 1,0.047-0.719-1,0.027-0.012-2,0.014 0.397 5,0.003 0.617 0,-0.003 0.699-3,0.459-0.201-1,0.722-0.261 5,0.841 0.096 0,0.573-0.265 0,0.049 0.582-2,-0.197 0.651-2,0.199 1.143 0,0.428 1.350 2,0.534 1.362 1,0.419-0.397 2,-0.977 0.199-2,-0.392-0.729 3,-0.332-0.960-4,-0.516-0.302 0,-0.474-0.116-1,1.879-2.154 0,1.497-1.380 0,-1.987 4.136 2,-0.339-0.001 0,-0.414 0.032-3,0.108 0.047 1,0.416 0.052 1,0.576 0.052 1,1.684 0.313-1,0.632 0.446-1,-0.064 0.492 1,-0.490 0.479 0,-0.712 0.431 1,1.880-3.078 2,-1.947 1.655-7,-4.437 11.850 8,0.195 0.337 0,0.153-0.360-2,-0.015 2.518-3,0.000 2.933-2,-0.004-4.626 1,0.000 4.758-1,0.000 1.075 1,0.000 0.128 0,0.000 1.041 0,0.000 0.011 2,0.000-0.627-3,0.000 0.625 3,0.000-0.249 2,0.000-0.764-5,0.000-1.298 5,0.000-1.518 1,0.000-1.527-5,0.000-1.403 0,0.000 3.716 3,-0.625-3.367 2,-2.518 0.067 0,-2.081-1.702-1,-0.380 1.081 0,3.022 0.202-1,0.846-0.527 0,0.048 0.004-1,-1.292-1.257-1,-1.688-1.178 0,0.383 0.115 0,-0.104-0.075 0,-2.580-3.026 3,0.477-1.996 0,2.272-4.097 0,2.979-1.203-2,0.712-4.666 0,0.416 3.538-1,0.081-0.189 0,0.056 0.121-1,0.031 0.302 0,0.050-3.888 0,0.002-1.266 2,-0.058 5.589 1,-0.006-0.196 0,-0.006-0.120 0,-0.005-0.607-2,-0.001-3.172-1,-0.010-0.051 1,-0.005 0.336 1,-0.006 0.547 0,-0.006 0.630 0,-0.002 0.629-2,-0.002 0.755 1,-0.002 1.238 2,-0.002-3.028 1,-0.002 1.718-1,0.002 1.746 0,0.004-0.243 0,0.000-0.650 1,0.000 1.015 0,0.000-1.373 0,-0.096 1.336-2,-1.144-1.057 0,-3.524 2.685 0,-1.263 4.372 0,-0.401 0.404-1,-1.980-1.832 1,1.590-0.916 0,-0.837-0.327 0,-3.055 0.558-3,-0.986 1.057 0,0.372 1.275 0,-4.174 2.501 4,4.260 1.451-6,0.691 1.198 5,-0.850 0.900 4,4.839-2.023-5,-4.679 4.880-2,3.681-2.047 0,0.503 0.592 4,-1.060 2.401 3,0.523 0.184-4,0.430-0.105-3,2.535-2.901 1,-2.893 7.076 1,0.563-0.276 1,0.426-1.344 0,1.841-3.512 2,0.606-0.890 1,0.637-0.801-4,0.627-0.701-2,0.310 0.462 4,0.703-0.553 1,0.582-0.402 1,0.063 4.146 0,0.957-1.575 0,0.463-1.213-3,0.117-0.606 0,-0.020 0.671 1,-0.075 0.926 0,-0.142-2.104-1,-0.032 0.291 0,-0.028 0.115-1,-0.026-0.225-1,0.001 4.116 2,-0.047-3.653 0,-0.034-0.355 0,0.003-0.429 0,8.166-4.517 0,0.675-7.176 1,0.844-3.889-1,-3.119 2.208 0,-1.537 1.580 0,0.373-0.944-2,0.652-1.074 1,0.352-0.896-1,0.107-0.733-1,1.303-2.311-1,0.229-0.528 4,5.517-8.204-5,-0.325-0.048 2,-1.305 1.130 1,-1.476 0.032 0,-2.114 2.228 3,-2.026 2.890-3,-1.786 3.027 19,-1.481 2.835-19,-0.169-1.098 0,-5.304 14.828 3,2.531 0.416 1,-0.084 1.172 0,0.219 0.992 3,0.861-1.779 0,4.168-2.996-3,1.074-4.013-2,-0.134-7.890 0,-0.698-2.561 1,-2.693 5.423-2,1.875-4.228-5,-1.587 2.249 5,-0.958-0.221-1,-3.664 1.174 1,-5.287 5.610 5,-0.088 3.345 0,1.119 6.537-1,0.770-1.819-5,-0.741 0.690 0,-0.031-0.174-9,0.406-0.692 18,0.641-0.948-6,0.733-1.029-4,-1.909 2.089 2,0.984-1.660-1,-0.058-0.979 0,0.155 0.032 0,1.970-9.729 9,2.597-1.842 1,-5.400 3.875-5,-0.347 3.370-4,-0.836 0.066 1,0.821-0.137-1,-2.446-0.026 1,-0.442-0.008-1,-2.958-0.022 0,1.755-0.109 0,3.498-0.122 0,2.730-4.381 0,3.874-1.557 2,0.027 0.001-1,-0.576-1.634 2,-2.297 0.133 0,-1.873 3.523-2,-2.832 2.675-1,0.503 1.547 1,-1.591 0.182 0,2.284-0.121 0,-9.429 0.520-2,1.114 0.749 0,-1.192 0.909 0,0.112 0.436-2,1.517-0.006 0,2.020-0.242-2,2.148-0.364 4,2.037-0.407 1,1.793-0.396 0,-2.122 0.299 4,1.835-0.857 0,0.463-0.774 21,-0.057-0.147-26,-0.661-0.110 0,12.987 0.189 4,0.075 0.087 0,0.777 0.000-2,-1.250-3.591-2,1.965-1.893-1,0.284-0.869 1,1.626-0.959-1,0.457 0.021 3,-0.299 0.624-2,-0.742 0.943 0,-0.952 1.061-1,-1.236 1.006 15,-1.466 0.971-19,1.342-0.372-1,-12.967 3.588 15,0.074-0.574 1,-6.201 0.042-6,4.345 0.002-3,-0.308 0.000-1,0.352 0.000-1,0.755 0.000 1,0.942 0.000 1,-3.367 0.000-2,3.207 0.000 3,-0.966 0.000 0,14.320 0.000 8,0.882 0.000-3,-1.196 0.000-4,0.642 0.000-4,-13.417 0.000 5,0.026 0.000 0,3.353 5.761-2,2.795 0.690-2,3.625-1.275 0,3.167-4.499 2,0.464-0.569 0,-1.250-0.280-1,0.160 0.172 0,-0.010 0.000-1,1.456 0.000 10,-1.200 0.000-10,-12.471 0.000 3,-1.116 0.000 1,0.425 0.000-4,-3.525 0.000-2,-0.971 0.000 2,-4.264 0.000-1,-3.201 0.000-1,2.903 0.000-1,-1.977 0.000 1,-9.576 0.000-3,12.884 0.000 4,-18.163 0.000-4,-2.010 0.000 3,-0.698 0.000-1,0.321 0.000-1,-9.268 0.000-1,4.799 0.000 4,6.284 0.000-3,6.688 0.000-1,6.399 0.000 13,5.694 0.000 17,4.792 0.000-26,1.019 0.000 2,15.042 0.000 2,0.548 0.000 1,1.234 0.000 0,3.786 0.000 25,0.629 0.000-13,1.901 0.000-16,4.703 0.000-4,2.609 0.000 0,0.580 0.000 0,-0.794 0.000 6,-3.917 0.000-1,-4.121 0.000-2,4.780 0.000-3,-0.249 0.000 1,-0.583 0.000 5,-0.796 0.000 15,-0.933 0.000-17,-0.984 0.000-1,2.761-0.057 2,-3.226-0.085 2,-3.278-0.096 2,-3.023-0.095-1,0.768-0.570 2,-12.752-4.121-1,-1.886 1.100 0,1.228-0.581 0,-5.202 2.821 2,2.914 1.321-2,-2.587 0.102-3,-2.677 0.050-3,-1.915 0.043-1,-1.598 0.040 0,-13.268 0.017 0,-3.605 0.048-5,-0.558 0.033 4,2.870 0.024 4,-0.759 1.338-5,1.093 0.759-3,-0.201 0.650 1,3.620 0.217 30,4.442 0.018-23,4.581-0.105-4,4.279-0.171 4,3.737-0.201 7,3.089-0.201-2,0.379 1.778-4,6.988 2.572-1,4.724-3.707 1,7.540-1.754 23,-2.279-1.046-18,1.437-0.080-7,-1.121-0.045-1,1.186-0.023-1,0.552-0.016 1,0.624-0.010-1,3.160-0.011 6,0.533-0.003-3,-0.110 0.003-4,-0.540 0.002 4,3.208-0.002 4,-2.171 0.008-6,-2.979 0.009 0,-3.201 0.008 6,-3.049 0.005 6,0.979 0.000-12,-15.591 0.022 5,-2.450 0.524 1,2.593 0.812 0,-1.991 0.919 2,-7.355 1.967-6,-3.753 0.859-4,-1.225 0.102 2,-2.441 0.675-1,-1.033 0.206-3,0.751-0.314 1,1.840-0.625 6,12.872-3.205 3,-7.110 2.308-3,0.623 0.068-4,-3.301 0.838-1,0.716-0.263 10,2.762-0.781 9,3.052-0.825-14,2.976-0.783 7,2.678-0.690-10,0.213 0.611 0,11.687-2.487 6,3.001-0.234 2,-2.433 0.165-3,1.034 0.016 1,-0.195 0.033-2,3.847-0.000-4,-1.092 0.032 0,2.096 0.013-1,-2.064 0.019 5,9.697-0.005-2,-2.914 0.015-2,0.859 0.009 0,1.110 0.004-1,-0.764 0.005 2,-1.250 0.004 0,-1.520 0.003 0,1.241 0.003 2,-3.663 0.001 0,-3.542 0.000 19,-3.159-0.001-28,-12.980 0.013 18,-0.387-0.019-3,-9.671 0.000-5,8.727 0.504-3,-16.565 1.929-4,-0.762 0.281 0,-1.089 0.077 2,0.378-0.219 1,2.221-0.323-3,3.400-0.385 0,3.855-0.390 1,3.822-0.363 2,3.493-0.316 22,3.000-0.261-21,0.193 0.031 0,13.090-0.879 4,-0.426 0.079 0,1.573 0.185 4,0.611 0.032 4,1.480 0.010-3,0.137 0.005-10,-0.873 0.003 1,-1.428 0.001 1,-1.658 0.002 2,1.645 0.003-5,-16.130 0.005 8,-0.458-0.011-2,1.824 0.000-1,-1.004 0.000 0,-0.543 0.000-2,-5.629 0.000-2,3.603 0.000 0,-0.077 0.000 0,-1.520 0.000 0,1.584 0.000 5,1.902 0.000-1,1.940 0.000 4,-1.204 0.000-11,13.983 0.000 11,0.223 0.000 1,0.718 0.000-6,-0.798 0.000 1,-13.542 0.000-2,-0.237 0.000 1,0.897 0.000 0,0.111 1.399 1,-8.261 2.957-2,6.272-1.801-1,-1.250 0.207 0,-9.651 2.095-2,7.124-2.015 2,-0.341-0.130-1,-13.357 1.674-4,0.516-0.745 4,2.647-0.775 0,3.698-0.722 2,4.005-0.629 2,3.831-0.514 0,3.387-0.399-3,0.262-0.195 0,14.803-1.236 4,5.259 0.607 6,-1.910 0.206 7,3.233 0.005-13,-6.170 0.007-4,16.978 0.000-5,5.002 0.004-2,-15.603 0.000 5,42.185-0.499-8,7.651-0.769 3,0.375-0.869-7,-2.587-1.580 13,-3.165-0.822-11,-5.885-0.192-1,-15.019 1.091 3,-4.505 0.274 14,2.844-0.534 21,-8.601 0.730-22,-7.733 0.718 62,-6.539 0.649-81,-5.244 0.552 11,-14.790 0.049 13,-1.386 1.619 5,-0.154-0.259-1,0.580-0.096-3,-2.066-0.017 1,3.191 0.480-9,-0.895 0.378-2,-0.992 0.271 1,-1.044 0.183-1,2.472-0.405 2,-9.955 1.068-1,3.031-0.033 1,-6.593 1.224-3,-1.305 0.249-1,10.745-1.727 3,-5.874 0.828-1,-0.051-0.098 0,5.643-0.885 2,-11.901 1.287-3,-0.103 0.553 3,-6.107 1.219 1,1.542-0.110 0,2.580-0.402 3,1.723-0.126-5,4.682-0.541 3,4.521-0.493 0,4.018-0.421-4,3.359-0.341 4,0.233 1.494 3,7.156 2.442 4,4.019-1.478-3,2.045-2.759 2,1.075-1.598 0,-0.411-0.394-2,1.253-0.011-6,-2.181 0.060 0,1.182 0.007 0,-0.853 0.011 1,-0.041 0.004 0,-0.237 0.006-1,5.057-0.004-1,-1.543 0.011 9,-3.502 0.007-12,-12.660 0.004 10,-0.839-0.003 0,-2.490-0.002-10,-3.934 0.000 1,2.309 0.000 4,-2.969 0.000-4,-3.181 0.000 0,2.586 0.000 1,-20.640 0.000-6,-3.567 0.000 3,0.056 0.000-1,1.192 0.000 1,3.387 0.000 2,4.453 0.000-5,3.174 0.531 2,3.711 0.813 22,3.731 0.919-10,3.782 0.427 6,3.921 0.005-2,3.461-0.231-11,-0.319 1.357 1,13.881-0.100 5,0.799-4.187 4,0.396 0.400 0,-0.093 0.069-4,2.700-0.002-3,1.747 0.000-2,5.453-1.593-3,2.504-0.846-2,0.477-0.319 2,-1.132-0.110 5,1.858-0.762-7,-3.357 0.626 1,0.544-0.027 1,5.829-0.517 12,0.789 0.279-14,-0.212 0.370-1,-0.890 0.408 10,1.626-0.959-7,-1.566-0.254 6,-2.106 0.068-8,0.977-0.255 9,-3.013 0.387 8,-3.410 0.431-15,-3.367 0.424 3,-3.059 0.381 7,-2.613 0.325 0,0.207-1.216-6,-7.139-3.910-1,6.391 2.400 24,-16.271 3.944-23,2.364 0.753-2,-7.915 0.010-3,-4.518 0.000-1,-1.559-0.005 3,-12.099-0.004-5,-5.742-0.005-3,-2.266-0.005 9,-5.559-0.007-5,-2.187-0.003-7,1.832-0.003 0,10.490 0.421 12,1.045 0.705 14,-4.773 0.799-22,2.787 0.282-1,3.549 0.045 42,1.382 0.028-40,9.080-0.619 4,7.278-0.526 19,-4.367 0.174-20,1.189-0.208 10,-3.135 0.297 18,3.827 0.167-19,3.988 0.282-3,3.771 0.333 0,3.336 0.335 3,2.815 0.087-3,0.912 1.844 2,9.398 0.172-1,2.272-3.808 6,1.070-0.955 1,15.558-0.066-4,3.622 0.146-11,3.265 0.011-2,10.477 0.011-2,4.654 0.009-2,0.678 0.010 0,5.154 0.006 21,2.755 0.004-23,-0.820 0.004 0,7.659 0.002 35,1.475 0.002-38,-2.592 0.001 1,-5.004 0.000 32,-23.358-0.001-9,17.688 0.001-20,-20.984-0.001 6,7.667 0.001-2,5.809 0.000 27,-10.546-0.001 15,0.501 0.000-32,-3.547 0.000 6,-0.929 0.000-8,-5.753 0.000 8,-5.364-0.001-1,-4.688 0.000 8,-3.883 0.000-21,-13.072 0.000 15,-0.772 0.000 1,0.055 0.000-1,-1.498 0.000-2,0.797 0.000-1,-7.000 0.000-5,-1.347 0.000-3,-0.915 0.000 1,-0.982 0.699 0,-1.356 1.096-2,3.258 0.006 0,-0.543 0.174 2,-0.513 0.030 9,-2.669 0.728-10,-0.316 0.724-1,4.651-0.597 9,0.386 0.026-4,-1.933 0.300-1,-4.077 0.438-1,4.292-1.041-1,-5.897 0.405 6,1.910-0.439 2,2.937-0.358-5,3.310-0.278 0,3.251-0.206 0,2.933-0.142 0,-1.096 1.323-1,6.282 2.683 1,8.262-1.683 0,1.768-2.719 10,7.230-0.924 3,-3.039-0.216-14,8.613-0.035-4,4.965-0.020-2,1.809-0.011 1,2.060 0.002 1,3.309 0.000-2,1.535 0.002-2,-9.246 0.011 2,20.516-0.543 14,5.189-0.864-21,22.777-1.062 1,4.733-0.228 13,-35.973 0.763-9,15.377-1.533-6,-4.967-0.265 7,-5.962 0.025 12,-1.567-0.474-14,-8.617 0.172 0,-7.956 0.208 23,-6.948 0.213 8,-5.794 0.204-10,-4.624 0.182 2,-3.538 0.152-3,-1.960-1.464-2,-13.739-0.248-10,2.539 3.891 17,-6.005-0.008 10,5.888 0.703-26,0.059 0.114-1,0.163 0.077 0,-0.315 0.050 1,-6.323 0.075 1,1.662-0.011 1,-0.754-0.001-1,3.376-0.036-1,-0.157-0.004 0,-4.356 0.021-3,1.333-0.018 2,1.771-0.015 2,1.885-0.016 0,1.787-0.012 0,-1.680 0.000 0,1.697-0.039 0,-0.108 0.007 0,-0.515 0.006 1,-0.716 2.387 5,-6.286 2.491 0,-1.245 0.423-9,-0.188 0.096-2,1.242-0.394 2,2.021-0.661 1,2.331-0.772-2,2.326-0.774 2,-1.162 0.760 0,18.283-2.403 5,-1.235-1.267-1,2.753 0.021 2,1.365 0.021 0,1.040 0.015-3,-0.774 0.019-3,-1.304 0.013-2,-1.517 0.012 2,-1.527 0.007-1,-1.400 0.005 3,2.411 0.009 10,-16.214 0.020-3,-3.651-0.027-1,2.148 1.507-9,-0.405 0.802 0,0.560 0.302 1,1.111-0.034 0,-2.652 1.763 2,4.498-0.547-1,11.014-2.407 2,6.376-1.531 2,-3.767 0.063-1,-0.129 0.005-3,-0.816 0.011-1,-1.244 0.011 6,2.302-0.021-9,-17.213 0.035 10,-4.939 0.043-6,-0.761-0.002-1,-1.788-0.001-1,-8.176 0.000-3,-3.552 0.000-2,-0.407 0.000 3,-0.913 0.000 6,1.948 0.000-9,3.551 0.000 2,4.239 0.000 0,4.306 0.000 15,3.989 0.000-3,3.458 0.000-8,0.469 0.000 0,13.520 0.000 4,0.348 0.000 0,0.468 0.000 4,7.150 0.000 16,-2.364 0.000-25,-1.444 0.000 1,1.240 0.000 0,9.449 0.000-3,0.706 0.000-2,-0.889 0.000 2,-1.920 0.000 4,-3.059 0.000 0,-3.214 0.000 2,-3.032 0.000-3,-2.652 0.000 0,1.230 0.000 4,-2.461 0.000 2,1.722 0.000 2,-0.943 0.000 0,-0.200 0.000 0,0.357 0.000-1,-0.936 0.000-7,-0.009 0.000 0,-0.391-2.373 1,2.123-6.654 3,-2.727 3.783 0,2.425 0.133-2,1.200-0.215-4,0.128-0.212 3,2.062-0.060 1,0.523 0.660-1,-0.107 0.820-4,-0.748 0.584 6,-1.084 0.392 1,-1.197 0.238-4,-1.170 0.126 0,-1.052 0.045 2,3.417-2.567 1,-3.525 1.322 0,-0.955 0.438 1,1.214 3.727 0,-0.193-0.190 1,-3.637-7.577 0,-2.238 0.910-1,-0.193-0.068-1,-0.049 0.103-2,0.064 0.064 0,2.989-1.238 0,1.583 0.307 2,-0.552 2.195-1,0.678 0.347-1,0.077 0.532 1,0.239 0.135-3,0.133 0.072 2,0.056 0.026 0,-0.046-0.016 1,3.007-2.928-1,-3.111 1.802 1,-1.904-0.164 1,-3.059-0.824 0,3.399-2.292 1,1.915 1.631-1,-0.767 1.669-1,-0.304 1.124 1,1.888 3.741-2,0.048 0.437-1,0.058 0.015 1,1.191 0.000 3,1.253-2.378 1,-1.843-1.786-3,0.711-0.791-1,0.065 1.083 0,-0.192-0.318 1,-0.385-3.766 1,-0.334-1.008-1,-0.679 0.601-3,-1.671 1.062 1,-1.647 0.765 1,-1.331 0.574 2,0.939-0.617 0,2.757 3.222 2,1.216-0.764-1,-2.492-3.224 1,-2.799 13.306-1,-1.064 1.843-2,-0.006 3.987-3,-0.004-4.200 1,0.000-1.338 1,0.000 0.064 0,0.000-0.041 0,0.000-0.109-1,0.000 2.591 0,0.000 0.362 2,0.000-0.196 0,0.000-0.531 0,0.000-0.699 1,0.000-1.284-1,0.000-0.014-2,-2.027 3.441-1,0.040-4.167 5,-0.208-0.016 0,-0.541 1.343 2,0.208-0.031-4,0.341-0.073-2,0.392-0.356 0,0.393-0.502 3,-0.376 4.403-1,1.009-1.893 1,-1.753-0.895-1,-4.046-1.369 3,1.847 0.093 0,1.161-0.921-4,0.167-0.066 1,-0.271-0.585-2,-0.701-0.348 1,-0.278 0.423 0,10.241-1.468 4,0.572-3.481 0,-3.369-5.827-2,-1.063-0.500-1,3.106-5.123-2,-0.497 2.616 0,0.622-1.182-1,-0.033-0.415 0,-0.435 0.122 2,-0.645 0.442 0,-0.719 0.603-1,-0.176-0.969 9,0.173-0.265-15,0.376 0.192 11,1.445 1.064-1,0.475 1.511-3,-0.163 1.662-1,-0.540 1.612 1,2.484-0.404 4,-0.951 5.214-1,-5.838 5.718-1,-1.229 0.439 1,-3.336 2.276-1,1.675-1.894-1,-0.855 1.352 1,-0.544 1.170-3,-0.139 0.519 0,0.145 0.044 1,0.211 0.150-1,0.468-0.405-1,0.516-0.502 2,-1.455 2.100-3,-0.225-0.667 5,0.250-1.293 3,0.518-1.556-3,0.631-1.576 1,-1.065 2.022-3,1.340-2.167-1,3.508 0.091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24T21:26:56"/>
    </inkml:context>
    <inkml:brush xml:id="br0">
      <inkml:brushProperty name="width" value="0.0529194456206428" units="cm"/>
      <inkml:brushProperty name="height" value="0.0529194456206428" units="cm"/>
      <inkml:brushProperty name="color" value="#f9fbf8"/>
      <inkml:brushProperty name="ignorePressure" value="0"/>
    </inkml:brush>
  </inkml:definitions>
  <inkml:trace contextRef="#ctx0" brushRef="#br0">18858.000 10424.000 767,'-6.510'-5.707'0,"-1.076"1.426"0,1.588 2.514-8,-1.152 0.324 7,-0.585 0.319-1,-0.272 0.353 2,-0.486 0.204 0,-0.038 0.171-2,0.260 0.140 0,0.091 0.112 2,-0.281 0.070 1,-0.019 0.052-4,-2.368 0.047 2,-0.297 0.029 4,0.212 0.017-5,-3.344 0.008 1,-1.339-0.003 1,-0.434-0.009-2,-1.273 0.437 4,-0.251 0.673-7,0.394 0.762 0,-4.025 3.047 9,-2.094 2.051-9,-0.017 1.188 7,2.707-0.895-2,0.335 0.069-6,1.100-0.118 0,1.571-0.243 1,-2.405 0.844 7,2.819-1.160 5,3.226-1.270-12,3.217-1.233 3,2.947-1.111 22,-0.641 0.461-22,15.782-3.658 4,1.687-0.451 1,-1.409 0.484 3,1.452 0.020-1,8.387 0.015-10,3.779 0.013-1,0.995 0.008 6,5.284 0.004-6,1.872 0.004-3,-0.387 0.001 1,-2.194 0.000 18,-3.122-0.001-17,-3.434-0.002 1,-6.406-0.001 2,1.911 0.000 0,-3.048-0.001 17,-2.906-0.001-2,-2.567-0.001-5,1.249-0.001-2,-2.470-0.001-4,1.099 0.000 0,-0.222 0.000 5,5.690 0.000 2,-3.478 0.000-9,1.275 0.000 0,0.107 0.000-1,0.993-0.064 3,-0.995-0.095-1,-1.472-0.106-2,-1.628-0.104 3,2.820-0.635 1,-3.124-0.932-2,-3.129-3.127 0,0.172 0.066 1,-0.885-0.501 1,-3.250-1.165 5,-0.017 0.257 0,-0.387 0.272-6,-2.480-1.456-1,-1.571 0.709 0,-1.512 1.088-1,-1.366 3.009 1,-1.919 0.617 1,-0.851 0.561 0,0.289 0.523 0,-0.122 0.351-3,-2.409-0.227 0,4.367-0.246 1,-0.257-1.033 2,0.994-0.969 1,-0.007-1.285 0,1.309-0.024-1,1.138 0.370 1,-2.202-2.329 0,2.214 2.553 1,-2.229 2.823-2,0.872 5.568 2,0.252 1.229-1,-1.444 0.896 0,0.887-3.077-2,-0.703 0.883 0,0.682-0.727 0,-5.854 4.326 0,2.147-0.946-1,-0.485 0.598 2,0.006 0.233-2,-2.269 2.681-1,0.704 0.439-2,1.352-0.137 1,0.698 0.189-1,1.253-0.780 10,1.048-0.868-2,1.145-2.158-5,0.347-0.643 4,0.612-0.577 1,0.761-0.495 0,0.939-0.527-1,-1.893 4.491 0,3.760-3.904-2,0.698 0.328 2,0.046 5.777 1,1.193-4.989-3,0.239-0.377 0,0.365 4.470-1,0.184-2.714 1,0.142 0.019-1,7.874-3.055 4,-2.237-4.046 0,0.514-0.294-3,5.894-0.024-3,-3.904-0.501 0,4.964-0.076 2,-4.805-0.076 2,4.333-0.033-5,0.736-0.033 1,0.264-0.022 1,5.715-0.486-1,-0.615-0.693 1,-1.528-0.769 0,-8.583 0.327 1,3.456-1.860 1,-1.578-0.393 2,-1.400-0.008-4,-0.695-1.643 5,-1.167-0.854 6,-0.935-0.465-10,-1.269 0.231 4,-1.067 0.265-1,-1.015 0.417-4,-0.909 0.489 1,0.500-4.014 0,-2.062-0.952 3,-1.278-1.518 2,-0.296 1.705-1,-0.042 0.223-4,0.063-0.258 0,0.112-0.903 0,0.122-0.674 2,0.106 2.045-2,0.053 1.555 1,0.029 1.427 0,-1.364-0.301 0,-2.644 1.463 3,-2.064-1.013-1,-2.588 1.706-2,-3.174 1.868-2,5.525 2.095 1,-0.439 0.335 0,-0.623 0.207 0,-0.335 0.170-1,-4.688 0.128 1,-1.569 0.139 2,-0.512 0.092-5,0.186 0.054 6,1.211 0.020-6,0.677 0.008 1,4.993-0.046 1,-0.202-0.004 0,-3.257 0.015-1,-1.869-0.001 11,-0.094-0.012-4,4.163-0.028-3,-8.186 0.488-4,0.042 0.713 1,0.960 0.811 0,1.544 0.665 5,2.508 0.373-5,2.564 0.202-1,2.374 0.082 1,-1.108 3.328 5,5.172-0.513 2,2.408 0.455-1,1.161 1.480 1,0.198 0.622-2,-0.186 0.379-4,-0.191 1.174 0,-0.241-0.302 0,-0.200-2.075 1,1.170 1.190 0,6.125-0.055 0,-1.119-5.874 2,1.125-0.734-3,0.440-0.656 0,-0.022-0.554 1,-1.453-0.553-1,0.751-0.215 0,3.353-0.157-2,-2.741-0.192 3,0.336-0.077 2,1.862-0.072-2,3.790-0.090-2,5.870-0.077-1,-5.472 0.045 1,-0.251 0.000 2,-0.689 0.010-1,-7.067 0.077 0,7.488-0.371-1,-0.550-0.495 0,-1.104-0.601-1,2.512-2.194 4,-0.899-0.820 7,-1.218-0.125-11,-1.929-1.348 7,-1.928-0.740-3,-1.892-0.257-3,-1.716 0.065 4,-1.567 0.290 2,-1.099-0.125-5,-0.213-4.078-1,-1.278 2.743 5,1.198-1.487 0,-0.078 1.815-3,-0.009-0.004 0,-0.163 0.205 0,-0.244 0.287-1,-0.274 0.314 1,-0.270 0.305-1,-0.272 0.656 1,0.132-5.538 1,-1.393 1.531 0,-2.027 3.307-1,-4.519 2.267 3,-2.702 2.110-3,-2.247-0.931-2,-1.790-1.607 0,1.553 0.128 2,-0.869-0.383-2,-0.129 0.006 0,-2.252 0.279-2,-0.948 0.451-1,0.011 0.547 1,0.673 0.587-2,-3.714 0.458 17,-0.966 0.609-17,0.318 0.541 1,1.165 0.468 13,2.617 0.439-8,0.861 0.253-4,1.083 0.204 0,-6.910 0.184-2,0.032 0.184 22,1.339 0.109-17,0.685 1.951 4,1.568 1.499-8,1.979 1.094 7,1.119 2.094 5,1.919 1.194-12,2.249 0.540 2,2.945-0.957 4,1.686-0.236 3,1.500-0.362-2,1.275-0.420-4,1.143-0.875 1,0.016 5.083 6,1.724-4.386-2,0.410-0.147-1,0.237-0.138 0,0.109-0.123-1,0.553 5.700-2,-0.381-0.513 2,-0.432-5.129-1,-0.051 0.066 0,0.391 0.690 0,0.598-0.750 0,4.721 4.299-2,-1.142-5.084 3,2.048 0.038 1,-0.914-2.015-2,1.212 0.102-3,3.450 0.427 2,2.008-0.222-1,7.583 0.615 0,0.870-0.709-4,-0.756-0.732 5,-5.137-1.076-3,-0.360-0.352 0,-2.272-0.408 4,-0.464-0.214-1,4.956-0.056 2,-1.823-0.321 7,-1.947-0.227-12,-0.412-0.596 7,-0.854-0.772-1,-1.056-0.820 1,-1.567-0.805 1,-1.748-0.728-3,-1.716-0.623-3,-1.552-0.503 1,0.646-5.795 5,-3.324-0.219-1,-1.751 1.530-2,-0.615 1.638-1,-0.024-2.227 0,0.186-0.108 2,0.215 1.637-1,0.166 1.832-3,-4.044 0.227 1,-8.927 2.534 6,0.842 0.896-8,-1.180-0.001 0,-2.892-1.192-2,-0.860-0.399 0,0.467 0.119 1,-2.973 0.432 2,-0.654 0.586 3,0.828 0.632-4,-1.089 0.609 10,0.581 0.543-13,1.563 0.456 1,-0.727 0.366 14,0.688 0.278-12,1.501 0.202-2,1.878 0.138 9,1.951 0.085-1,1.834 0.048-4,5.207-0.044-1,-2.014 1.273 4,0.951 1.075 2,1.053 0.901 0,0.192 1.900 3,1.493 0.738-7,1.298 0.430-1,1.101-0.231 0,0.791-0.281 1,0.336 4.577 0,1.195-1.818 1,0.438-0.526-1,0.436 1.345 2,2.413 1.352 1,4.004-6.183-4,3.649-0.776-1,2.262-0.798 2,4.671-0.848-4,2.612-0.583-2,0.562-0.491 0,0.803-0.457 9,2.051-0.234-10,0.591-0.187 0,-0.453-0.143 5,-2.097-0.098 7,-5.949-0.039-8,5.636-0.061-3,-0.471-0.032-1,-0.940-0.016 2,3.811-0.044 25,1.401-1.873-20,-2.283-1.422-3,-3.365-1.030 5,-5.546-0.746 4,-2.241-0.919-6,-1.993-0.509-3,-1.705-0.198 4,-0.443-2.437 8,-1.024-1.215-6,-1.132-0.495-7,-0.633-2.894 12,-1.356-0.123-10,-1.166 0.628-2,-0.948 1.035 2,-0.742 1.201 6,-0.546 1.202-5,-0.761-0.422-1,-0.845 0.099 6,-0.853 0.820 0,-5.252-0.663-1,-3.033 0.829-8,-1.487 1.293 5,-7.839-0.347-1,-4.145 0.012-5,-1.517 0.234 4,-8.126-0.599-2,-3.134 0.361-7,0.201 0.923 7,-7.564 1.192 6,-1.911 1.258-14,1.733 1.193 2,6.195 1.440 22,-0.330 0.589-18,1.359 0.503-4,2.461 0.418 2,4.346 0.345 34,-9.220 0.240-36,1.356 0.254 0,3.239 0.163 26,21.100-0.077-2,-19.414 1.962-17,0.429 1.809-6,1.639 1.661 3,-6.403 4.614 26,1.415 1.510-32,3.396-0.045 5,-2.619 5.005 23,0.848 2.169-27,2.912 0.238 11,0.224 0.426 11,2.741-0.919-21,4.060-1.669 2,1.769 0.856 30,2.976-0.509-27,3.464-1.305 2,3.480-1.661 20,3.196-1.740-21,2.756-1.642 2,2.250-0.271 1,1.751-0.830 11,1.300-1.103-3,0.910-1.180-3,0.593-1.128-1,1.284 4.686-6,1.523-0.758 4,1.191-2.994 2,0.706-3.119-2,0.939-2.182-1,1.016-1.294 0,0.443-0.686 1,0.066-0.277 0,-0.574-0.374-2,-0.806-1.236 1,-3.778-3.764 1,-2.828-0.460 0,0.498-0.076 0,-1.792-0.356 0,-1.478-1.789-1,-1.099-0.849-4,-1.092 0.921 3,-0.953 0.211-1,-0.472 0.393-2,-0.130 0.487 1,-0.282 0.059 5,-0.511-0.294-2,-0.206-0.085-3,-1.889-1.195 4,0.361 1.061 2,0.559 1.295-6,3.302 2.756 1,0.032 0.556 1,-0.901 0.255 1,-0.117 0.621 2,-0.027 0.544 1,0.033 0.464-1,0.078 0.384 0,-0.029 0.310-2,-0.103 0.242 0,-1.200 0.217-1,0.326 0.170 1,0.461 0.101 0,0.520 0.047 0,0.207 0.057 6,-2.473 0.282-10,16.014 0.140 7,-0.651-0.828-1,0.717 0.026 1,1.067 0.005-2,0.972 0.000-3,7.172 1.562-2,-4.003-0.072 2,7.249 0.655-3,1.629 0.024 2,-0.121-0.144-2,2.471-0.243-3,0.267-0.286 5,-1.162-0.293 1,2.008-0.234 9,-1.281-0.275-10,-2.269-0.227-3,0.073-0.180 8,-1.249-0.134 4,-1.964-0.095-10,-0.839-0.065 18,-1.502-0.038-18,-1.786-0.020 0,-1.177-0.003 9,-0.713 0.002 0,-0.918 0.006-9,-2.445 0.014 8,-0.795 0.007 0,-0.752 0.006-5,-0.682 0.007-1,0.264 0.003 18,2.271-0.005-23,-15.839 0.036 13,-9.700-0.008-7,0.918 0.000-3,-2.734 0.000-2,7.176 0.000 3,-8.196 0.000-2,-2.745 0.000-2,-1.425 0.000 0,-3.306 0.000 7,-1.334 0.000 0,0.132 0.000-6,-0.177 0.000-2,-11.941 0.000 2,1.400 0.000 8,3.675 0.000-11,3.667 0.000 22,5.193 0.000-13,5.520 0.000-4,5.247 0.000-1,4.636 0.000 35,3.866 0.000-32,14.571 0.000 4,-0.250 0.000 2,7.185 0.000 15,-6.269 0.000-21,7.084 0.000-2,-0.680 0.000 0,21.506 0.000-4,9.469 0.000-1,4.816 0.000-3,1.329 0.000 1,-14.352 0.000 2,14.202 0.000-3,-12.206-0.424 1,14.535-0.713-4,14.776-0.835-5,-28.509 0.713 31,-26.893 0.837-4,52.413-3.239 2,-8.063-0.588-9,-9.870-0.017-3,-10.184 0.341 4,-9.541 0.532 9,-8.360 0.610 6,-6.941 0.605-20,-5.494 0.555 2,-13.015-1.030 4,-2.239 2.783 0,0.721 0.131 0,0.888-0.016 0,-0.753-0.070 4,-2.817-0.101 30,-0.767-0.038-16,-1.366-0.011-23,3.424-0.012 2,-5.236-0.002-2,-0.463-0.004-1,0.166-0.004 0,-5.092-0.003 0,-0.843-0.003 4,0.532-0.001-2,2.214-0.000 7,0.952 0.001-7,1.378-0.001-2,1.582 0.000 0,0.013-0.000 5,2.690 0.001 7,2.513 0.001-9,2.194 0.000-1,-1.115 0.000 4,0.730 0.001 3,0.004 0.001 0,-9.170 0.000-2,2.103 0.000-1,-2.033 0.000-4,-5.548 0.000-3,-3.012 0.000-2,-0.538 0.000 0,-4.427 0.000 12,0.707 0.000-14,13.590 0.000 5,0.683 0.000 0,-3.907 0.000 4,-0.923 0.000 10,1.563 0.000-15,-0.323-0.111 7,3.526-0.172 6,3.481-0.190-6,3.155-0.190-2,-0.061-1.149 3,11.038-4.339 1,3.031 1.931 0,1.132 0.098-1,3.872-1.037-3,-2.271 1.553 0,-1.902 1.290-1,6.862-1.678 2,4.864-1.210-4,-1.091 0.504 0,15.706-2.458-5,-2.300 1.623 0,63.324-8.442-13,17.497-1.380-5,2.784 0.439 1,-13.121 1.016 4,-11.539 1.077 1,-14.271 1.633 0,-14.970 1.871 3,-14.311 1.883 2,-12.839 1.752 96,-10.951 1.540-100,-8.936 1.293 30,-6.987 1.036-12,-14.173 0.247 2,-2.591 1.627 1,0.413 0.068 1,-7.091 0.150 17,-10.992 0.171 61,2.376-0.070-86,4.819-0.096 0,5.516-0.098 2,-57.983 2.166-11,-16.324 1.424 4,-4.465 1.035-8,-17.226 3.475-9,-4.124 1.922-7,4.296 0.802 3,-7.667 1.390 70,3.790 0.290-72,10.531-0.408 4,24.325-3.308 80,6.253-1.041-50,8.029-1.145-20,8.837-1.155 3,-0.130-0.389 70,12.506-1.450-41,11.513-1.208-22,9.978-0.961 81,8.218-0.732-76,6.465-0.526 4,16.767-1.715 0,1.231 0.676 3,-0.973 0.214 0,-2.869 0.307-1,1.473 0.046 1,1.187 0.037 13,2.335 0.029-4,1.419 0.022-15,0.740 0.015-1,-2.509 0.007 4,0.478 0.004 0,0.963 0.003-4,0.506 0.001 1,5.258 0.082 5,-0.901 0.122-4,-1.992 0.136 2,-2.496 0.132-1,-2.599 0.123-2,-2.444 0.102 4,1.553 0.938 0,-6.035 4.060-1,-3.395 0.379 3,9.060-4.991 9,6.569-0.938-8,7.998-0.060-8,5.042-0.044-4,21.811-0.034-7,9.934-0.025-2,2.950-0.013 5,-6.602-0.001 9,1.746-0.001-13,-1.450-0.000 0,-3.587 0.002 1,-7.043 0.002 19,-9.281 0.005 13,-3.669 0.001-22,9.249 0.140-7,-9.664 0.221 2,-8.760 0.243 40,-7.434 0.240 0,-5.971 0.211-22,-4.554 0.177-7,-5.195 4.748 6,-5.020-0.725 0,-2.520 0.277 2,1.331-2.578-4,-4.565 1.762 9,3.202-1.742-16,13.817-1.043 4,7.556-2.101 0,-2.983 0.111-6,1.109 0.013 1,-0.756 0.182 1,-1.261 0.279-1,-1.739 0.320 1,-1.929 0.329 0,1.516 1.942 3,-21.991 8.159 10,-1.248-4.723-10,5.666-2.969-4,-49.137 12.575-14,-17.640 2.850-1,-5.920 0.176-1,7.301-2.837 0,-3.153 0.083-3,1.272-0.584-1,4.269-1.017 2,0.877-0.803 34,7.214-1.955-1,13.153-2.937-27,-2.019-0.198 0,10.879-2.219 3,10.220-1.906 68,9.048-1.564-41,7.630-1.231 24,6.162-0.927-44,24.038-1.934 17,-6.516 0.601 0,8.794-1.056 15,2.866-0.552-33,1.129-0.277-143,-0.136-0.072 286,6.169-1.487-259,-0.084-0.409 235,-1.660 0.050-121,1.113-1.792 12,-2.632-0.907 0,-3.659-0.458-9,-2.941 0.569 15,-2.588 0.722-7,-2.631 0.924-8,-2.451 0.980 12,-2.151 0.940 1,-1.788 0.839-9,1.933-0.926-1,-2.414-2.007 9,0.416 3.013 3,2.066 0.270-10,1.071 0.334-1,2.453-1.013-2,2.918-1.210-1,-2.258 0.512 1,0.593-0.142 4,-5.140 1.328-3,16.612-3.999-4,3.316-0.676-2,1.132-0.372 7,4.902-1.912-2,-0.247-0.612-4,-2.204-0.065-3,-0.493-0.116 1,-3.940 0.928 25,-4.451 1.090-22,-4.392 1.098 0,-3.989 1.012 18,-3.406 0.873-3,-3.416 1.146-10,0.295-1.428-2,-13.889 1.470 14,-3.517 1.068 16,0.673 0.953-27,-2.202-0.072-6,-21.976-1.076-3,-0.677 1.079-1,-1.982 0.309 9,-4.256 0.315-10,0.312 0.294-1,3.102 0.256 2,3.701 0.209 12,5.183 0.165 8,5.665 0.123-16,5.484 0.088 1,4.914 0.058 35,4.150 0.034-32,1.368 0.086 0,16.209-1.227 4,2.234-3.242 7,0.431 0.632 1,3.116-0.552-10,1.066 0.017-2,6.753-2.399-2,2.651-0.923-3,-0.095 0.067 6,-3.158 1.056 0,-2.241 0.850-4,-2.525 0.956-1,-1.988 0.775 2,-3.143 0.992 0,-2.851 0.851 11,-2.434 0.692 1,2.068 0.150 0,-2.886 1.305-3,-0.682 0.552 0,0.765-0.394 1,3.477-0.075-2,13.411-0.081-10,0.216-0.080 1,3.463-0.015-1,1.016-0.014-1,1.660-0.008-1,2.902-0.007-2,1.289-0.007 1,18.569-0.004-1,3.743-0.003 10,-0.540-0.003 1,6.076-0.002-6,-3.283 0.001-6,-6.477 0.000-3,-25.106 0.006 6,-2.017-0.001 18,1.444 0.000 12,-2.717 0.001-29,-5.122 0.001 2,8.958 0.122 11,-5.952 0.190 21,-5.501 0.212-17,-4.759 0.210-3,-3.902 0.191-2,-0.689 1.377-4,-9.006 4.106 10,2.657 0.575-11,-0.324 0.444 1,-0.686 0.523 8,-0.122-1.380-11,-1.152 1.176 0,-1.009 0.724-3,-0.860 0.368 5,-1.573 2.567 1,-0.542-0.157-2,-0.264-0.851-2,-0.063-1.251 1,-0.374-0.456-1,0.829-1.688 4,0.987-1.513-1,-1.641 1.920 1,2.399-1.652 2,5.615 0.492 1,7.104-4.681 2,-0.319-1.044-3,-1.262 0.193-5,-0.791 1.125 1,-4.027 3.697 1,-4.720 1.696 0,-2.603-0.454 0,1.142-1.801 0,-0.639-0.003 0,-3.991 1.756-1,2.159-2.638-2,-0.424 0.099 2,-0.772 0.385 2,0.858-0.560 0,1.150-0.687-3,-1.662 1.261 2,12.891-2.186 4,0.382-2.569-1,3.981 0.151-2,-0.070 0.018-3,-2.503 0.004 0,-1.007 0.005 0,-0.496-0.006 1,0.338-0.008 0,-0.163 0.000 3,0.011 0.000 1,-1.925 4.184-1,0.739-0.427-1,-0.195-0.265-2,0.034 0.549 0,0.511 1.343 0,0.116 1.043-2,-0.341 0.610 2,0.133 0.325 1,-0.122-0.706-1,-0.048-0.993 0,-0.583-1.038 0,2.671 2.370 2,-2.848-2.141 1,-1.440 1.907-1,-3.341-0.687 1,-0.362 0.545-1,0.337 1.368 1,-1.273-1.496-2,-3.098-0.712 0,-3.019-1.713-1,-2.814-1.993 0,4.143-1.438 0,-8.641-0.138-1,-3.478-0.229-1,-1.549-0.165 1,3.441-0.089-3,0.225-0.050 2,0.796-0.032-1,1.155-0.019 0,-3.217-0.026-1,0.444 0.001 14,1.126 0.008-13,-2.616-1.415 16,-0.345-0.742-16,0.430-0.266 1,4.907 0.657 10,0.433 0.109-10,0.531 0.158-1,0.174 0.190 1,-0.039 0.200 0,0.163 0.201 12,0.296 0.191-8,3.011 0.303-1,-6.583-0.095 3,0.111 0.090-4,1.819 0.007 0,2.245-0.061 2,2.331-0.100 0,2.191-0.115-2,-1.498-1.129 1,4.651-2.893 1,13.757 1.161 6,-2.619 2.754-1,5.340 0.193-7,3.148 0.178-3,1.538 0.153 0,2.776-1.117 1,1.615-0.621-2,-8.693 0.759 1,-0.126-0.033 0,15.189-2.913 9,1.729-1.217-13,-0.514-0.734 10,-4.291 1.027-3,-1.059 0.346-4,-1.906 0.526-1,-2.367 0.613 0,-7.353 1.530 5,-0.067 0.282 16,4.227-0.161-16,0.113 0.442-3,-0.325 0.392 20,-0.622 0.339-14,3.265 0.199-5,-2.812 0.373 2,-3.037 0.259 0,-2.915 0.166 1,-2.595 0.095 0,1.496 0.270 2,-3.094 0.471-1,-12.791-0.967 18,-2.523 0.049-15,2.770 0.000-6,-3.470 0.000 0,-2.292 0.000-1,-1.075 0.000-1,-12.000 0.000 0,-4.560 0.000-3,-0.775 0.000 4,0.280 0.000-1,2.251 0.000-4,3.273 0.000 1,4.262 0.000 1,4.516 0.000 8,4.290 0.000 35,3.795 0.000-50,0.807 0.000 1,14.877 0.000 24,-0.593 0.000 0,0.491 0.000-8,3.913 0.000-1,-5.141 0.000-4,20.634 0.000-4,-0.220 0.000-1,-0.994 0.000 3,-9.299 0.000 0,0.778 0.000-2,14.940 0.000-4,0.489 0.000 1,4.459-1.424 16,-1.224-0.758-16,-3.284-0.284 6,-4.299-0.021-1,-5.546 0.238 12,-5.399 0.341-16,-4.834 0.374 26,-4.068 0.361-36,-0.539-0.257 10,-14.259 0.950 11,0.159 0.809 9,0.137-0.324-1,-0.307-0.005-5,-0.322 0.000-4,-6.906 0.000 1,-3.477 0.000-2,-1.158 0.000-6,4.218 0.000 1,-0.384 0.000 0,1.824 0.000-1,0.182 0.000 1,-7.805 0.000-3,0.605 0.000 8,1.892 0.000 1,2.532 0.000 0,2.727 0.000-1,2.623 0.000-4,2.343 0.000 0,-1.936 0.000-1,2.938 0.000 1,-1.200 0.654 11,6.833 6.756 11,5.690-3.650-20,3.146-2.157-1,2.880-0.316-1,1.339-0.303 0,2.642-0.276-1,0.902-0.219-2,-0.372-0.177 1,-1.135-0.134 3,-1.115-0.098 3,-4.260-0.055-5,-0.271-0.024 1,2.947-0.036-1,-1.008-0.021 9,-1.107-0.009 0,-1.090-0.001-7,-0.743 0.026 1,2.792 0.129 0,-4.004 0.460 0,-7.848 5.301 4,1.522 0.351 0,-0.055 1.113-2,0.000-0.720-1,0.000 0.637 0,0.000-1.151-2,0.000 0.106 0,2.385-0.362 0,2.039-1.398 2,0.431 0.032-1,2.336-0.680 0,1.198-2.714 1,-1.789-0.759-1,-0.018-0.375-1,-0.227-0.038 0,5.016-0.344 2,-4.431-0.679 1,0.259-0.773-3,2.322-3.613-2,0.634-2.209-3,-0.464-1.162 6,-1.027 0.396 1,0.067-0.165-4,-0.223 0.405 0,-0.405 0.767 0,0.077-1.823 6,-2.520 1.060-2,-0.807-0.306-3,-0.220-1.629 6,-1.053 0.379-2,-0.929 0.619-4,-0.790 0.734 0,-0.566-0.646-1,-0.637 0.514 4,-0.345-3.070 2,-0.528 0.533 2,-0.293-1.479-4,0.201 6.094-1,-0.245-4.836 0,0.145 2.382-1,0.148 1.435 0,0.128-0.324 1,-1.399 1.149 3,-3.747-0.252 1,1.113 1.963-4,-0.813-0.273 0,-1.667-1.651-1,-1.368 0.417 0,-0.974 1.275 1,-3.018 1.321-2,4.182 2.557 1,0.197 0.463 0,0.560 0.358 2,0.731 0.263-1,-4.217 0.222-2,1.694 0.280 0,1.730 0.000 4,0.613-0.071 1,-3.169-0.037-1,3.306-0.084-2,-2.164-0.009 0,0.760 0.360 0,-0.309 0.621-2,0.521 0.480 0,-0.093 0.706 1,-4.113 2.179 0,0.335 0.776-1,1.060 0.430 2,1.438 0.176-2,0.405 0.866 2,-1.461 3.812-2,-0.186 1.648 4,0.265 0.448 2,0.993-0.301-6,1.359-0.735-2,1.474-0.944 1,1.415 0.406 0,1.266-0.223 5,1.064-0.591 3,0.854-0.977-1,0.650-1.134-2,0.471-1.136-3,0.473 3.933-1,0.474-2.925 4,0.028-1.704 0,0.013 1.809 0,4.281-3.894-1,5.913-1.248 4,-2.868-1.917-6,0.604-0.291-2,1.525-0.236 1,0.546-0.181 0,-0.110-0.134-1,4.193-0.093 4,2.299-0.059-3,0.943-0.034 3,0.001-0.001-3,1.300-0.003-4,-3.824 0.015 2,0.394 0.003-1,-6.677 0.023 5,12.416-0.393 3,-0.862-0.572-6,-1.536-0.681-2,-7.319 0.455 5,7.466-2.578 1,-1.376-1.145 2,-1.891-0.665-5,-2.076-0.306 13,-1.749-0.598-11,-2.677-0.053-1,-2.445 0.041-2,-2.553 1.953 1,4.305-4.435 9,-2.082 0.273 7,-3.047 0.919-14,-2.127 1.579 0,-1.291-0.293 0,-1.160-0.291 0,0.437-1.867 1,0.393 2.199 1,0.031-1.231-1,0.016-0.366-2,0.004 1.584 0,0.003-0.148 1,-0.007 0.128-1,-6.069 2.741 3,-1.085 3.137 0,-1.389 0.133-3,-7.401 0.106-3,-3.792 0.119-2,-1.608 0.096 5,-8.500 0.077-6,-3.660 0.054-2,-0.369 0.040 3,-3.477 0.024 8,0.510 0.016-13,2.925 0.006 1,2.829 0.002 26,3.871-0.002-21,4.190-0.002-1,2.952 1.416 3,3.630 0.806 26,3.620 0.363-25,3.313 0.060 9,2.838-0.130-2,-0.265 1.790-1,6.886 2.136-5,3.679-1.601 1,-0.077 0.054 2,3.853-9.496 6,-2.441 0.955-3,0.429-0.250-5,0.530-1.169-3,0.201-0.357 1,0.103 0.108-1,2.331-0.692 1,0.614 0.064 3,0.059 0.060-3,-0.501 0.305 3,-0.806 0.429-1,-0.921 0.470-2,-0.918 0.455 0,-0.838 0.408 2,3.467-3.067 1,-0.454-0.600 0,0.540 0.427 2,0.722 2.014 0,0.733 2.087-2,-1.176 1.553 5,-2.151 0.996-10,-13.456 1.170 8,-2.694 2.472-1,-0.303 2.171-7,-2.280 1.374 0,-3.913 1.353-1,-3.459 1.400-1,-1.703 0.631-1,-0.412 0.071 21,-3.958 1.207-33,-0.483 0.154 11,1.327-0.301 1,-1.446 1.781 0,3.511-0.959 17,4.197-1.601-9,4.270-1.865-9,3.961-1.875 8,3.441-1.722 19,1.426 0.895-20,11.607-3.685 2,2.301-3.376 1,-1.875 0.176 0,4.594-1.206 6,-4.951 0.402 0,3.609-0.997-5,0.807-0.639-8,-0.299-0.555 3,-2.403 0.737 1,-0.195 0.117 2,1.776-0.632-1,-1.539 0.565-5,-1.727 0.610 5,1.738-0.807 8,-14.941 2.043-4,-3.528 1.376-2,-5.407-0.094-4,7.226-0.012 1,-1.860-0.001-1,-17.683-0.003-3,-4.168-0.002-4,-0.338-0.001 4,2.588 0.001-1,4.172-0.001 2,4.799 0.001-2,4.782 0.001 1,4.372 0.000 26,3.754 0.001-36,0.656 0.000 2,14.465 0.001 26,3.454-3.212 8,-2.554-0.261-14,6.975-0.631 1,4.990-0.231-12,-7.011 1.584 1,0.913-0.257-1,13.001-2.628-1,3.741-0.881-3,1.187-0.490-1,-0.655-0.194 8,-8.948 2.242-1,10.810-1.965-3,-1.763 0.761-4,-11.839 2.023 4,10.107-2.955-4,-5.759 0.760 16,-5.667 0.998 1,-5.132 1.063 26,-4.376 1.012-40,-1.044-0.718 2,-14.735 2.269 8,-2.537 2.310 2,0.811-0.309 2,1.072-0.142 0,-3.451-0.006-7,-4.567-0.048-5,-3.183-0.019-1,-1.418-0.017 1,-0.118-0.015 1,-2.243-0.011-2,0.927-0.012 1,1.645-0.009-2,0.619-0.008 1,3.639-0.005 2,3.663-0.003 14,3.380-0.002 4,-0.503-0.008-27,25.644-0.009 32,0.747 0.024-16,2.975 0.001-9,6.683 0.000-3,2.797 0.000 0,0.167 0.000-1,0.905 0.000 11,-1.562 0.000-6,-2.951 0.000-3,-5.303-1.251 1,-4.029-0.710 24,-3.963-0.308-20,-3.627-0.032-1,-3.148 0.149 14,-1.420-2.622-4,-10.634 5.789-2,-7.758 4.048 0,-5.027 1.545-35,-1.995 0.395 22,-5.969 0.134 35,-2.387-0.041-35,0.021-0.146-1,-6.372-0.224 16,-1.399-0.256-18,1.782-0.252 3,0.790 0.857 21,3.811-0.139-22,5.021-0.684-1,5.329-0.956 6,5.054-1.040 29,4.456-1.002-26,3.702-0.892-1,1.112 0.271 1,13.298-2.315 2,-1.419-1.027 1,1.883 0.530 4,0.452 1.505 9,-2.558 2.524-3,-4.676 2.266-13,-8.445 0.369 2,1.047-2.752 0,-1.203 0.486-1,1.443-1.372-5,-7.074 3.013 3,-3.434 0.283-3,5.350-2.130 1,-6.498 1.603 3,-1.948-0.075-1,4.218-1.562-1,-13.120 3.225-2,16.760-4.148 3,-22.655 6.087-3,1.685-0.287 1,4.057-0.947 4,5.154-1.265-4,5.364-1.348 3,5.032-1.281 0,4.388-1.129 4,1.336 0.266-5,13.659-2.419 3,0.107-1.258 1,0.664 0.030 0,3.816 0.197 8,10.895-1.297 13,4.246-0.689-29,2.447-0.253 1,3.147 0.208-4,1.660 0.203-1,-0.553 0.286 1,-0.513 0.240 13,-3.911 0.358-3,-4.330 0.324-8,-7.607 0.137 2,-2.545-0.220 1,-2.276-0.325 8,-1.964-0.382 9,-0.524-0.667-2,-2.370 0.028-6,1.305-1.627 4,-3.097-0.166-6,1.290 3.780 3,-12.855 0.480-3,-0.056 0.774 1,0.752 2.396-27,-2.355 1.256 16,2.580-1.497 2,-3.100 1.736 31,2.529-1.523-27,-3.195 1.256 0,-0.721-0.092-1,-3.695 1.224 1,0.775-0.391-2,1.360-0.443-1,1.605-0.440 2,1.622-0.400 2,1.493-0.341 1,-1.453 1.632-1,12.432 0.757 13,5.412-5.796-5,3.696-0.261-12,-0.577-0.042 1,-0.990 0.007 0,13.805-0.066-1,-1.341 0.025-3,-3.794 0.029 2,11.137-0.021-1,3.246 0.010-1,5.935 0.011 0,2.854 0.012 1,0.527 0.011-1,-11.022 0.021 2,23.513 0.102-1,-4.524 0.186 2,-6.909 0.210-7,-7.864 0.206 0,-7.848 0.189 25,-7.219 0.161-1,-6.256 0.134-13,-5.160 0.104-3,-4.066 0.079 3,-2.151 2.931 0,-11.154-1.254 0,-2.889-1.542 17,1.776-0.917 16,-1.022-0.165-17,-0.322-0.136-19,-2.264 1.712 3,-0.425 1.364-1,0.745 1.036-2,1.200-0.713 3,-0.446-0.074 0,0.024-0.242-4,0.348-0.345 4,0.535-0.529 5,-4.561 0.041-9,-0.633-0.552 0,0.391-0.496 7,1.018-0.425 0,0.583-0.318-5,2.245-0.317-1,2.240-0.227 1,2.037-0.152 0,-1.434-0.222 2,1.444-0.589 4,-0.522 0.818 1,-1.460-0.020 0,-0.188-0.002 0,-2.848 0.000-6,-3.029 0.000-2,-1.389 0.000-1,-0.259 0.000 2,4.063 0.000 0,0.347 0.000-1,-1.430 0.000-1,-0.197 0.000 0,3.021 0.000 1,0.127 0.000 10,-1.640 0.000-3,-0.349 0.000-5,-5.050 0.000 0,0.749 0.000 4,1.737 0.000-3,2.198 0.000 0,2.296 0.000-1,2.163 0.000 0,1.898 0.000 1,-1.658 0.000-2,1.670 0.000 0,12.661 0.000 14,2.113 0.000-1,-2.448 0.000-12,2.593 0.000 0,8.732-1.871-4,4.823-1.443-1,2.012-1.058 4,8.520-2.184-8,3.433-1.271 1,0.016-0.602 2,-1.270-0.357 12,-2.771 0.920-15,0.133-0.052 0,-1.098 0.088 2,-10.410 2.647 14,12.015-3.810 5,-7.372 2.077-11,-4.263 0.977-7,-1.272 0.010 2,2.530-1.071 18,-2.492 0.620-5,-2.517 0.779-8,-9.871 3.197 0,10.285-2.876 1,-3.432 1.133 3,-3.361 0.958 2,-3.026 0.767 0,1.067-0.826 0,-8.457-2.939-6,-3.198-1.160 1,2.130-0.935 5,0.142-2.430 0,0.078 0.171-8,0.032 0.397-1,0.011-1.258 1,-0.016 4.973 2,-0.001-0.107 0,-0.176-1.272 0,-0.284 0.807-1,-0.327 1.032 1,-1.743-2.707-1,-1.086 3.809 2,-1.550-0.620 4,-4.405 0.089-3,0.358 1.092-3,-0.871 0.102 0,1.132 1.285-1,-1.363 0.304-1,-5.494-0.339-2,-0.291 0.653 5,-0.230 0.778 0,-1.089 0.385-5,0.032 0.327 4,6.221 0.401 1,-0.128 0.098 0,-0.238 0.086 0,-8.599 0.051-4,12.021 0.128 2,-14.054 0.046 5,-1.112 0.073-3,0.391 0.044-2,-1.744 0.091 4,3.656 0.065-7,4.081 0.056 2,3.974 0.046-1,3.550 0.034 1,2.979 0.026 1,0.149 0.479 4,10.140 3.751 4,-3.418 1.737 1,8.927 0.382 9,-2.749-2.410-7,-0.088-0.175-11,0.508-0.073 0,-0.477 0.063-1,0.289 0.173-1,0.680-0.082 4,1.720 0.365 0,0.235 0.062 1,-0.365 0.096-2,1.212 0.138 0,0.036-0.470 1,-0.283-0.600-1,3.593-0.291 0,0.647-0.819 3,-0.334-0.737-5,1.857-0.622 7,0.285-0.502-9,-0.705-0.383 1,-2.400-0.281 9,-0.529-0.148-5,-0.870-0.106-3,-1.044-0.070 0,0.404-0.048 6,-0.336-0.022 1,-0.549-0.005-7,-0.047-0.002 6,-0.848 0.019 1,-0.831 0.022-5,-0.842 0.023-1,-0.784 0.023 2,-0.691 0.020 2,3.621-0.008 0,-1.525 0.040 0,-1.807 0.022-1,-0.041 0.006-1,4.161 0.009 5,-4.101 0.003-7,-14.288 0.009 5,-1.502-0.022-4,-2.477 3.606-1,5.609-1.140 1,-2.413 1.784 1,-0.763 1.218-2,0.318 0.766 1,-0.384 0.187 0,0.557-0.184 0,1.090-0.400-3,1.327-0.499 3,1.363-0.514 3,-1.661 3.095-1,2.267-2.751-2,-1.473-1.556 6,-0.355-2.903-2,0.245-1.054-1,-1.583-0.190-2,1.188 0.303 1,0.329 0.248-2,-0.452-0.009 1,0.478-0.007 0,-1.347 0.000 0,1.416 0.000 1,-2.295 0.000-2,-2.136-0.475 0,-2.188-0.727-1,-0.760-0.822 0,-1.424-1.422-1,-0.773-0.737 0,0.242-0.164-3,-0.838 0.010 7,1.242 0.503 2,1.926 0.624-9,2.195 0.651 3,2.184 0.612 5,1.998 0.538 2,-1.861-0.150-3,2.101 1.297-3,8.610-6.435 10,6.316-3.359 3,-2.644 3.967-13,0.433-0.201-2,0.136 0.020 2,-0.067 0.163 0,-0.184-0.378 0,-0.782-0.185 1,2.583-2.524 0,2.287-1.458 4,1.785-1.248-2,0.675-0.340-3,1.558-2.649-3,-0.712 0.163 1,-1.564 1.415 0,-1.961 2.067 2,-2.041 2.299 8,-1.922 2.253-6,-1.689 2.035-3,0.427 0.207 3,-4.921 11.058 1,-6.868-1.222 8,-0.392-0.486 5,-5.442 3.459-18,1.823-1.163 1,-0.915 0.406 1,-0.144-0.178 0,-1.959 3.240-2,-0.101 1.648-4,0.837 0.667 6,-1.398 1.822 11,1.541-0.785-14,2.053-1.184 0,1.995-1.452 1,2.337-2.199 8,2.072-2.151 1,0.109 1.554-7,10.850-6.438 8,0.110-3.275 2,1.821 1.184-3,-1.909-0.045-3,4.038-0.002-1,2.221-0.002-5,0.764-0.002 2,2.653-0.001-1,0.743-0.001-1,-0.494-0.001 0,0.686-0.001 3,-0.073 0.000 1,-0.528 0.000-3,1.602 0.000 9,-0.063-0.001-9,-1.085 0.001-1,-7.527-0.451 7,3.562-0.912 2,-0.759-0.416-9,-0.872-0.186 1,0.698-0.489 5,-2.224 0.188 1,-2.236 0.306 8,1.519-0.901-19,-14.966 0.846 13,-0.282 2.594 1,-1.624 3.881-5,1.026 1.277-2,-1.344 2.042 1,-0.608 1.082-2,-1.208 0.314 0,-1.045 0.520-3,-0.231-0.021 1,0.324-0.375 2,0.561-0.593 3,-0.015-0.331-3,0.257-0.690-1,-6.881 4.773 1,5.709-4.442 8,1.411-1.201-7,1.593-1.292 1,1.584-1.250 1,1.451-1.122 1,-1.857 0.475-3,0.975-2.429 0,2.398-9.921 3,3.300-2.425 3,0.409 4.808-2,1.403-2.963 1,0.757-1.520-6,0.301-0.504 2,1.101-1.578-2,0.547-0.931-1,0.061 0.007-1,1.465 0.072 4,0.238 1.831 0,-0.340 2.097-2,-0.668 2.079 0,-0.810 1.892 4,1.460-1.324 1,-2.360 1.929-3,-3.396-1.066-2,7.167 3.518 9,-0.447-1.476 0,1.563-1.662-7,0.751-0.972-3,-0.261-0.494 1,-0.863-0.160 0,-1.159 0.062 0,-1.166 0.624-1,-1.129 0.998 2,1.275-2.569 3,-1.738 2.673 1,2.793 6.298-1,-0.512 4.016 9,-5.131 1.631-12,-0.662-12.890 2,-0.076-4.606-2,0.000 4.066-1,0.000 0.079 0,0.000 0.646 0,0.000-3.275 3,0.000 3.637-4,-0.920 14.337 8,-5.342 1.898-5,-2.304-0.273-4,0.078-0.899 1,-0.917 0.700 1,-4.200 1.647 1,-0.620-0.294-3,0.811-0.624-1,-0.193 0.568 3,0.546-0.088 6,0.958-0.485-10,1.257-0.912 15,1.885-1.585-10,1.869-1.652-2,1.692-1.547 1,-1.381 0.817 2,0.808-4.170 4,-0.101-2.887 0,6.906-6.147 3,3.709-1.354-2,-0.277 2.100-7,-0.288 2.055 1,-2.700 10.860 3,-1.392 0.153-1,0.124 1.753-1,0.055-0.024 0,0.339 0.471-1,0.901-0.333-1,4.007-4.615 2,0.888-4.019 1,-1.599-8.787 1,-2.302 1.625 0,0.193-1.126-5,1.801-0.087 1,1.127-0.395-3,0.403 0.177 3,-0.109 0.544 3,-0.436 0.752 0,-0.630 0.844-3,0.100 0.034-1,0.090 0.248 0,-0.218 0.679 2,0.135 0.179 4,0.150 0.143 0,0.419-0.165 1,-0.619 0.985-5,2.346-1.827 1,-1.846 3.312 0,-4.726 10.039 3,-0.942-0.256 1,0.471-0.164-3,0.002 5.843 0,-0.005-4.068-3,0.001 1.804 0,0.000 0.068 0,-0.000-0.323 0,-0.002-1.030 0,0.000-0.481 0,0.000-0.469 2,-0.002-0.371 1,0.000 3.916 1,0.000-3.778-1,0.000 0.099 0,0.000-1.077 2,1.678-15.466 2,3.716-0.149-4,-2.251 3.637-7,0.970-0.977 6,-0.750 1.063-1,3.087-5.733-1,-0.437 0.433-1,-0.870 1.302 1,-1.063 1.720 0,-1.084 1.823 2,0.123-1.221 1,-8.613 10.149 1,1.160 1.881 0,-0.836 0.760 0,-2.347 2.272 0,1.897-1.984-1,-0.755 0.768-2,1.237-1.247-1,-0.372 0.373 0,-4.951 5.081-1,0.623-0.498 1,1.237-1.101 0,1.499-1.371 1,1.534-1.414 0,1.415-1.321 1,-0.702 1.711-1,3.021-0.813 2,3.760 0.472 0,-1.708 0.120 5,-0.264 0.129 1,0.034 0.422-4,0.006 1.602-4,0.004 0.786 0,-0.252 3.157-1,-0.410-3.028 1,-0.490 0.787-1,-0.516 0.425 1,-0.330 0.360-1,-0.051-0.391 0,0.098-0.604-1,-1.369 1.972 0,-0.395-0.208 2,0.068-0.645 6,0.456-1.464-3,0.451-1.248 0,0.500-1.271-4,0.488-1.184 1,-0.485 3.092 2,1.222-2.804 1,-3.085-1.867 2,-2.114-4.417 0,-1.034-0.033-1,0.675 0.000-3,-6.309 0.000-1,5.593 0.000-1,-0.020 0.000 1,-5.259 0.000-3,2.720 0.000 2,-1.302 0.000 0,3.171 0.000 4,-3.845 0.000-1,-5.836 0.000-6,10.121 0.000 4,-19.043 0.000-2,-3.801 0.000 0,-1.005 0.000-2,6.144 0.000 1,0.693 0.000 0,-1.457 0.000-3,2.164 0.000 0,8.782 0.000 3,-3.956-0.252 3,1.659-0.418 17,1.998-0.517-19,-2.647-1.111 14,3.033-0.405-4,3.124-0.182-8,2.917-0.028 4,2.546 0.068 1,-0.528-2.456-1,4.615-1.443-4,-3.293 1.176 10,1.489 0.416-4,2.091-2.601-6,0.118 0.724 0,-2.831 1.035 1,0.151 1.951 0,-0.725 0.834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24T21:30:54"/>
    </inkml:context>
    <inkml:brush xml:id="br0">
      <inkml:brushProperty name="width" value="0.0529194456206428" units="cm"/>
      <inkml:brushProperty name="height" value="0.0529194456206428" units="cm"/>
      <inkml:brushProperty name="color" value="#f9fbf8"/>
      <inkml:brushProperty name="ignorePressure" value="0"/>
    </inkml:brush>
  </inkml:definitions>
  <inkml:trace contextRef="#ctx0" brushRef="#br0">17497.000 10408.000 767,'5.449'-5.448'0,"-0.878"0.877"0,1.409 0.022 0,0.918 2.820-7,1.464 1.796 7,1.257 0.028 0,-3.363-0.063-1,1.324-0.003 0,0.728-0.006-2,0.276-0.004 2,4.045-0.003-1,1.082-0.004 0,0.074-0.004-1,-0.744-0.003 3,0.438-0.002 1,-0.202-0.002-5,-0.632-0.001 0,1.943-0.001 9,-5.836 0.000-5,2.877 0.000-3,-0.198 0.000 0,0.122 0.000 5,0.738 0.000 4,-0.521 0.000-6,-0.696 0.000-1,8.711-0.476 1,-5.080-0.726-1,-0.768-0.822 3,-3.105 0.077 1,-1.035-0.047-6,-1.047 0.089-1,-0.990 0.173 3,-1.024-0.045 0,-0.566-0.290 3,-0.416-0.399 2,-0.158 0.073-1,2.341-0.843-2,-0.204 0.322 1,-0.458 0.454-1,-0.566 0.494 0,-0.613 0.504-2,5.332-0.335 0,-2.387 1.068 6,-16.149 1.289-3,-0.066-0.538-1,-1.476-0.029 1,0.697 0.005-4,-1.924 0.000 0,-17.086 0.001-5,-9.662 0.000-2,-4.281 0.001 3,9.875 0.000-3,-3.512 0.001-1,-26.823 0.000-7,-6.264 0.000 4,40.544 0.000 14,-38.104 0.000-5,2.499 0.000-13,5.316 0.000 14,23.470 0.450-2,-16.026 1.430-9,10.671 0.507 40,9.983 0.113-30,8.720-0.141 62,7.213-0.284-87,5.682-0.348 34,15.586 2.370 8,5.482-4.046-2,-4.421-0.099 5,1.343-0.005-1,2.088-0.006-18,1.228-0.001-1,0.565 0.001 2,0.397 0.008 0,5.200-0.003-1,-11.569 0.033 0,15.931-0.021-4,-8.610 0.021 6,0.856 0.002 4,0.672 0.003-2,0.975 0.004-3,14.013-0.003-2,-12.324 0.008 0,20.963 0.000 0,0.516 0.004-1,-2.663 0.003 5,-17.314 0.001 0,-0.684 0.000-1,12.549 0.001-4,-2.593 0.001-3,-1.315-0.086 16,-4.053-0.133 2,-4.476-0.153-7,-4.379-0.149-4,-3.960-0.138 5,-3.378-0.120 3,-2.742-0.096-8,0.402-1.081 0,-3.980-3.439 0,-3.319-0.673 5,-5.469 5.830 7,-1.177 0.381 4,1.082-0.136-15,-4.530 0.793-1,3.292 0.097-1,-5.411 0.438-1,-3.263 0.166-1,-15.612 2.040-4,-4.435 0.631 1,-2.606 1.276-2,15.049-2.031 3,-9.011 1.186-4,0.362-0.183 7,1.388-0.340-3,1.695-0.434 2,-5.546 0.693 12,5.878-0.438-7,6.082-0.311-3,5.685-0.206 5,4.956-0.126 5,4.474-0.467 3,1.445 1.491-9,14.286-0.467 3,1.983-3.386 15,-3.065-0.380-12,0.517-0.054-11,-1.299-0.021 0,0.489-0.014 1,0.634-0.011 1,1.633-0.007-1,2.369-0.004 0,15.489-0.045 0,-9.085 0.044 0,8.811-0.015-3,-5.224 0.022 0,24.130-0.026-6,1.389 0.015 0,-2.584 0.015 9,-6.545 0.017-2,-3.345 0.009 1,-4.194 0.007-2,-4.475 0.006-2,-2.599 0.005 26,-5.797 0.004-11,-5.116 0.002 9,-4.259 0.001-36,-1.480 0.006 15,-13.907 0.003 11,0.867-0.009 9,-3.159 3.605 3,-0.531 0.919-17,-1.751-0.493-3,5.680-1.853 0,0.279 0.117 0,0.399 0.142 0,-4.357 2.761 0,2.287-0.164 0,1.991-0.454 0,1.404-0.464 2,-0.825 1.424 0,6.634 0.734 4,7.488-5.785 0,-2.796-0.408-5,3.295-0.066-2,1.724-0.043-1,0.613-0.022 0,0.827 0.083 1,-0.538 0.143 0,-1.332 0.170 0,-1.708 0.170-1,-1.798 0.155 4,2.196 1.054 2,-4.092 1.458-3,-9.027 3.631-1,-7.979-5.207 4,-2.656-0.243 1,-6.066 0.442-7,-3.786 0.213-1,-1.997 0.039-2,-7.329 1.727-3,-3.510 0.997-3,-0.671 0.436 2,1.332 0.026 0,-6.856 0.836 16,4.707-0.741-11,6.180-0.895-5,6.593-0.918 3,6.317-0.857 11,5.629-0.750 24,4.746-0.623-31,1.377-0.057 1,16.520-1.393 5,-0.696-0.055-1,1.184 0.004 7,7.861-3.276 9,4.361-2.174-73,1.841-1.311 62,-5.526 1.614 41,1.996-0.906-54,0.758-0.617-1,-0.159-0.383 1,-0.273-0.307 2,-1.138-0.241 16,-1.327 0.198-14,-1.398 0.498-2,2.752-1.403-3,-3.889 1.562 9,-3.797 1.566 6,-3.396 1.429 7,-0.084-0.546-22,-14.750 3.910 13,0.062 1.406 0,0.299-0.637-2,-2.986 0.686 0,2.842 0.965-3,0.917 0.362-2,-1.605 2.173 0,13.409 1.999 3,0.575-5.881 0,1.319-1.379-1,3.795-1.798-32,2.261-1.032 54,0.845-0.432-26,-0.144-0.009 1,-2.690 0.850 0,-0.458 0.295-2,-0.467-0.050 1,-0.450-0.290 0,1.237-0.917 0,-1.894 0.266 8,-2.066 0.466 1,-2.028 0.560-6,0.520-1.285 0,-12.651 0.757 8,-6.851 3.689-3,-0.768-0.056-5,-2.621 0.006-4,-1.292-0.003-1,5.606-0.045 2,-10.497 0.036-4,3.103-0.034 2,-0.502-0.011-1,0.190-0.012 1,-4.737 0.237 16,3.244 0.346-15,3.796 0.399 2,3.815 0.396 1,3.509 0.360 1,3.025 0.309 5,1.174 1.490-3,13.285 0.629 9,-0.450-3.326-1,1.667-1.332-4,1.574-0.781-9,0.709-0.455 0,0.082-0.207 0,-1.258-0.191 2,-0.092-0.564-17,0.294-0.277 20,-0.249-0.460 7,-0.621-0.570-11,-0.273-0.900 4,-1.166-0.439 0,-1.212-0.324-1,-0.513-1.159 0,-1.826 0.647-1,-0.705-3.293 1,-5.760 2.159 2,-3.597 5.330 0,-0.714 2.380 0,0.661 0.531-3,-0.116-0.998 0,1.917 5.856 1,4.269 0.611 1,0.203 2.971-2,0.045-2.876-1,0.016 0.460 0,-0.018-0.689-1,-0.310-0.272 1,-7.626-3.074 4,-1.285 2.873-16,2.544-1.793 26,-8.993 4.309-21,0.254-1.051 7,2.379-1.536-1,1.281-0.722 3,1.850-0.864-4,2.053-0.881 1,2.009-0.818 5,-0.626 0.485-5,13.308-2.300 4,5.759-0.978 5,-1.917-1.018-3,4.404-0.729-8,1.004-0.135 0,-0.730 0.188 1,-1.741 0.373 1,-2.216 0.454 1,-2.323 0.467 0,-2.195 0.435-1,1.447 0.811 0,-5.392 5.350 2,-8.807-1.367 4,-0.327 0.555 4,-2.067 0.811 0,1.204-0.271-9,2.151-0.548-1,4.424 1.558 1,11.922-3.501 2,1.528-2.083 0,3.363-0.295-3,1.175-0.246-2,5.787-3.044 0,2.533-1.661-4,0.317-0.672 4,-16.442 3.040 9,10.790-2.034-9,-1.231 0.281-1,-1.620 0.391-1,0.761-0.061 1,-3.737 0.686 6,-3.681 0.639 10,-3.343 0.554 3,-0.331-0.100-24,-13.723 1.285 18,-1.683 3.171 2,-6.391 4.300-7,-3.895 2.024-6,-1.336 0.465-4,-5.654 2.708 2,-2.308 1.098-4,-0.055 0.011 1,3.002-1.414 12,3.546-1.643-6,4.040-1.867-4,4.025-1.858 2,3.696-1.706 1,3.194-1.472 13,1.126 0.258-19,11.763-3.276 21,1.608-1.347 2,5.801 0.041 1,3.456-1.300-16,-6.575-0.500-2,-1.590-0.215 1,-2.018 0.103 5,1.181-1.653-5,-14.876-0.394 3,-1.994 6.883 1,0.353 0.185 0,-0.822 0.146-2,0.046-0.488 0,-0.852-0.185-3,-1.074 1.317 1,0.783 0.619 0,1.227 0.262 3,1.423 0.014 0,1.443-0.146-2,-1.897 3.203 1,4.411-1.744-1,9.183 0.670 4,3.725-5.360 5,4.131-4.950-10,-7.237 1.479 0,0.742-0.529-1,7.179-3.681 2,0.427-1.036-3,0.883-1.715 1,-1.157-0.126 1,-2.001 0.699-2,-2.374 1.161 2,-2.417 1.357 2,-2.256 1.375 1,-0.046-1.574 2,-9.991 2.712-2,-2.606 4.242 1,-7.988 0.282 12,-0.270 1.148-16,-4.150 2.059-3,-0.974 0.974 1,0.773 0.252-2,1.812-0.225 3,2.322-0.505-1,2.460-0.642 3,2.320-0.133 0,2.593 0.042-1,2.286 0.218 0,4.687 2.878 16,8.083-2.317 3,7.145-3.035-16,-3.757-2.516-4,6.471-1.852-1,-0.930-0.619 0,1.728-1.521 0,-3.700 0.452 0,1.040-1.019 3,9.647-5.664-4,0.291-1.369 0,-1.030-0.389 1,-1.861 0.293 3,-0.150-0.725-2,-4.096 1.916-1,-4.103 2.145 3,-3.784 2.117-1,-3.281 1.930-1,-1.044-1.002 3,-11.157 3.014 12,-0.668 1.078 15,0.142 1.153-26,-3.595 0.817 6,-2.850 0.611-10,1.915 0.248 0,-10.587 2.132-2,0.600 0.994 0,2.227 0.327 1,3.034-0.109 0,3.276-0.371 2,3.149-0.499 7,2.802-0.536-7,0.325 0.694 1,13.050-1.945 3,0.959-7.003 5,-0.218-2.049-17,-3.376 3.621 33,2.419-2.338-25,-0.772 0.589 0,-1.225 0.886 0,0.702-2.398 5,-9.866 1.713-1,-6.349 5.610 1,3.548 0.433-2,-0.530 0.089-2,-0.300 0.445-1,-0.935 0.698 0,-3.248 1.200-2,1.066 0.279 1,1.786-0.056 2,2.075-0.257 0,-1.087 1.270 0,13.578-0.131 7,2.449-3.599-2,0.398-0.111-1,-1.761 0.080-3,1.738 0.016-1,-0.986 0.028 6,-14.133 0.931-4,-1.084 0.290-3,-0.776 0.516 0,-0.573 0.765 0,-5.227 2.115-2,-1.356 1.252-2,-2.375 3.787 4,1.038 1.181 0,2.206-0.215 0,2.731-1.043-4,2.814-1.460 6,2.620-1.588 2,2.275-1.526-3,0.531 1.082 0,11.055-4.030 3,-0.547-4.074-1,0.433-3.828 7,-2.970 0.002-2,-9.590 3.423 3,-4.568 6.635-9,1.310 0.992-25,-1.793 1.348 45,-0.674 0.284-23,2.423-1.662 3,0.108 0.033-2,0.499 0.031-2,-1.795 1.663 1,1.789-0.707 1,1.839-0.877 4,1.704-0.899 0,-0.781 1.978-2,3.622 0.345 2,5.110-0.987 0,6.188-4.015 5,1.696-1.034-4,-4.335-0.431-5,3.535-0.042 0,0.865-0.071 1,0.088-0.051-1,0.643-0.106 0,-0.598-0.128 2,-1.246-0.132-3,-1.537-0.124 1,-1.584-0.106 4,2.517-0.792 0,-2.748-1.021-3,-2.667-2.639-1,0.042 0.235 1,2.778 2.976 4,-0.194-0.202 3,1.383-2.293-2,-1.636-0.015-4,-1.812 0.028-1,-10.208 2.435 3,-2.228 2.965 0,-1.858 4.531-5,3.334-1.513 3,-0.700 0.880-2,-3.214 2.105 0,-0.076 0.431-2,0.834 0.078 2,0.032-0.514-3,0.794-0.778 6,1.227-0.900 0,1.390-0.899-2,1.379-0.825 5,-1.285 1.726-2,2.890 0.849-3,6.305-1.010 0,3.416-4.327 7,-0.207-1.000-2,4.364-0.017-3,-3.024 0.026-3,1.029 0.001 1,2.664-1.254-2,3.059-0.669 0,-1.080 0.054 0,0.343-0.057 1,-0.272 0.064 3,1.108-1.313-1,-3.277 0.392-3,-3.015 0.676 0,-0.169 0.036 1,0.307 0.086 0,0.247 0.118 4,4.189-1.129 7,-0.809-0.452-9,-3.102 0.713-1,-0.349 0.056 1,3.559-1.095-1,-1.096 0.518-1,-1.145 0.594 5,-1.386 0.553-2,-1.760 0.564 11,1.777-0.221-20,-14.654 2.023 14,-0.614-0.233-1,-2.913 0.002-7,-0.860 0.000 0,4.424 0.000 0,-0.232 0.000 0,-3.374 1.558 2,1.221 0.854 0,0.223 0.608-2,0.537 0.372 3,0.705 0.192-1,0.768 0.062-2,0.283 0.232 0,-2.600 2.249-1,3.766-2.395 2,-0.844-1.631 5,-0.412-2.574-1,0.123 0.491 0,-0.054-0.015-1,-0.733-0.001 0,0.117-0.002-2,0.527 0.638-1,-1.755 2.557 0,1.109 2.094 1,2.369-0.294-1,10.366-1.889 4,0.839-3.329 0,3.027 0.210-5,-1.288 0.012 0,2.261 0.001-1,1.211 0.001 1,0.418 0.000 0,3.344-1.251 0,0.002-0.709-3,-0.738-0.309 1,-3.628 0.433 1,-0.606 0.073 4,1.844-0.230 2,-0.838 0.281-5,-0.654 0.233 4,-1.657 0.340 3,-1.653 0.303-4,-1.512 0.257-1,2.618-0.006 1,-1.248 0.500 0,-0.911 0.230 14,0.975 0.057-17,-14.002-0.066 3,-2.974-0.137-1,-2.595 0.000-3,3.026 0.000 0,-0.982 0.000 0,-0.258 0.000 1,0.238 0.000 1,0.526 0.000 1,0.655 0.000-1,-0.960 0.000-2,0.061 0.000 5,0.509 0.000 0,0.734 0.000-1,-2.743 0.000-1,0.814 0.000-3,0.250 0.000 5,0.781 0.000 1,1.554 0.000-3,-0.087 0.000-1,0.149 0.000 1,-1.173 0.000 1,-0.460 0.000-2,0.013 0.000 0,-1.033 0.000 2,-0.254 0.000-2,0.250 0.000-2,-1.681 0.000 5,-0.532 0.000-3,0.391 0.000-2,0.933 0.000 6,1.202 0.000-4,-3.315 0.000-2,5.637 0.000 0,0.900 0.000 2,-0.101 0.000 5,-1.155 0.000 2,-0.152 0.000-7,-4.035 0.000-1,-0.274 0.000 3,0.399 0.000-2,0.779 0.000 1,0.950 0.000 0,0.972 0.000-2,0.935 0.000-1,0.833 0.000 5,0.701 0.000 0,-3.403 0.000 10,3.249 0.000-17,13.804 0.000 10,2.149 0.000-1,-0.057 0.000-7,5.240-1.178-1,-5.004-0.191 1,1.288-0.240 2,3.267-1.802-1,-2.303 0.269-1,3.073-1.012 0,-0.327 0.160 0,0.918-1.272 2,-1.103-0.285 3,-1.750 0.205-2,-2.006 0.491 2,-1.998 0.626 0,-1.828 0.658-4,1.912-1.767 0,-2.801 0.557 0,-1.543-0.530 0,-9.332 2.250 12,-0.740 3.171-1,0.136-0.079-6,-3.120-0.013-5,1.802-0.011 1,-2.724-0.003-1,-1.542-0.002 0,-0.452-0.001 0,1.798-0.001 1,-0.119 0.000-1,0.257-0.001 0,0.502 0.000 0,-1.385-0.084 1,1.852-0.128 4,1.935-0.141-4,-2.020-0.757-1,4.119-2.191 4,6.914-2.481 2,2.558 0.737 1,3.263 2.024-1,-0.257-1.394-4,-0.410-0.672-1,-2.312 0.927 0,-1.088-1.047 0,-4.018-0.802 0,4.930-0.753 2,1.231 2.940 1,1.142-1.014-1,1.219-1.201-4,0.465-0.439 0,-0.245 0.216 0,-0.675 0.615 1,-0.897 0.821 2,-0.966 0.888-1,2.999-1.431 1,-2.900 2.671-2,0.045 0.158 4,-4.369-3.482 4,-0.303-0.013 2,4.895 3.698-9,0.466 2.448 1,0.370-4.874-1,-2.376 0.460 0,-1.050-0.825 0,-10.277 2.165 4,-2.038 3.362-1,0.991 0.462-4,-1.026 0.568 1,-0.318 0.571-2,1.882-0.261 1,0.128 0.018 0,0.175-0.071-2,0.454 0.672 3,-2.665 2.974-1,0.725 0.802 4,1.250-0.057 4,1.461-0.571-6,1.457-0.834-1,-0.503 1.951-1,8.477-1.790 3,2.587-5.766 0,4.415 0.849 3,-3.413 0.076 0,0.615 0.006-6,0.163 0.004 0,-0.124 0.002 0,-0.265 0.001 0,-0.333-0.001 1,-0.342 0.000 1,3.832-1.398 1,-3.388-2.589 8,-2.397-1.736-11,-5.829 12.204 4,8.546-3.134-1,-1.830-4.573-2,1.441-0.346 0,1.047-0.155-2,2.614-0.189 0,0.845 0.109 1,0.164 0.188-3,1.585-0.350 1,-1.198-0.240 4,-1.473-0.329 2,-1.507-0.349-5,-1.753 0.119 3,-1.743 0.396 1,1.435-0.761 5,-5.856 9.504-1,1.604-0.337 1,3.455-5.421-6,-0.384-0.523 1,-0.126-0.101-2,1.297-0.024-1,3.020-0.278 1,0.767-1.702 0,-3.974-0.218 0,-0.830-0.173-1,2.880-1.993 0,-3.765 0.109 3,-11.945 2.260 3,-1.053 5.821-1,-0.255 0.266-3,-1.719 1.023-2,2.253-0.437 0,2.707-0.608 1,1.321 2.636 1,8.106-3.124 1,1.173-5.599 2,3.490-1.350-1,-3.666 0.792-4,2.242-1.469 0,-0.564-0.041 0,-1.061 0.318 1,-1.275 0.512-2,1.389-1.519 2,-11.382 1.055 6,-2.374 4.040 5,0.496-0.102-12,14.032-0.138 4,0.015-0.058-4,2.769 0.004-1,-2.894 0.002 4,-16.218 0.001 1,-2.801 1.522-4,4.377 0.783 0,0.474 0.265-1,0.947-0.071 3,-2.490 1.605 3,3.329-0.694-9,11.114-2.749 7,0.407-0.735 1,3.723 0.078 1,-0.723-3.351-9,-0.515-1.478 4,-1.478 0.691 9,-1.384 1.330-9,0.876 0.786 1,-0.775 2.118 1,-0.018-0.072 2,-0.043-0.028-1,1.299 0.000 1,3.745 0.000-1,-3.345 0.000-3,0.518 0.000 0,-1.880 0.000 1,0.233 0.000 0,2.058 0.000-1,0.237 0.000-1,-0.691 0.000 3,-0.252 0.000 2,-0.337 0.000-2,-0.323 0.000 0,-0.506 0.000-1,-0.504 0.000 1,6.168 0.000 1,-5.837-0.209 0,-0.286-0.326 0,4.928-1.676-1,-2.114-1.417 0,-1.923-0.649-1,-1.291-0.126 1,-0.256 2.531 2,0.346 2.013 0,1.566-0.147-1,4.011 0.006 1,-5.077 0.000-2,2.875 0.979-1,-0.788 1.876-2,-2.206-0.443 2,0.193-0.025 1,0.011-0.216 1,4.126 0.797-2,-0.686-0.977 0,-0.877-0.910 1,1.273-0.508 1,1.610-0.349 0,-1.375-0.191-1,4.826-0.101-2,-5.881-0.004 1,-0.259-0.009 0,-0.483-0.001 0,-0.231 0.002-1,-0.563 0.008 0,-0.535 0.010 1,0.105 0.089 0,-1.526 0.141 3,1.623 0.626 1,-9.391 5.979 3,-3.247-2.883-4,-0.692-0.398 1,-4.567-1.107-3,-0.151 0.004-2,-1.310 0.166 1,4.438-1.154-2,-0.527-0.064 1,-6.275 0.650-2,-0.312-0.299 0,-0.458-0.248 3,1.061-0.341 3,1.319-0.304-5,1.611-0.253 2,1.649-0.201 2,1.540-0.153 0,1.341-0.110 0,-3.099-0.116 3,3.470 1.572-2,1.602 5.018 4,1.084-1.075-2,-2.287-2.415-5,-2.488-2.639 1,1.493-0.514 0,-0.380-0.051 0,0.110 0.012-1,0.331 0.451 1,-0.849 1.714-1,2.122 1.453 1,-0.278 2.149-1,7.644-0.000 4,4.158-5.695-1,0.830-0.016-2,3.245-0.356-2,-3.521-0.541 0,0.538-0.685 0,-0.134-0.265 0,-0.099-0.105 2,-0.247 0.052-2,-0.337 0.151 1,3.132-0.376-1,-2.976 0.985 2,-0.083 0.215 1,-0.193 0.202 1,4.323-1.293 0,0.618-1.086-4,-2.857 0.711 1,-0.034 0.120 2,-0.242 0.251-1,-0.240 0.190 0,-1.336 0.391 10,2.539-0.452-17,-15.787 1.374 11,-2.721 1.715-1,1.316 0.957-4,-1.355 0.775-8,-0.451 0.612 13,-6.330 1.710-8,-1.053 0.521-1,0.778 0.290-1,-0.218 0.594 10,0.005 0.135-7,0.796-0.408-3,2.657-1.219 11,1.259-0.702-2,1.298-0.735-5,1.245-0.716-2,-0.062-0.324 2,1.982-0.833 6,-2.212-0.040 1,2.702-1.770-1,0.391-1.207 0,3.317 6.914 0,-1.024-0.036-2,-2.621-1.319 0,12.668-2.920 0,0.336-1.419-1,4.731 0.019-4,-3.259-0.001 1,0.425 0.000 0,-0.077 0.000 0,5.246-2.634 0,-1.343-0.408 0,-4.409 1.227 3,-0.017-0.728 1,-0.926 0.013-3,0.082-0.136 0,2.940-2.333 1,-0.266-0.393-2,-0.445 0.144 3,0.544 0.479-2,-0.038 0.658 1,-0.411 0.723-2,-0.619 0.712 3,-2.074 0.952 1,-0.307 0.380-1,7.409-1.596-5,-5.585 0.659 6,-0.079-0.080 3,-0.290 0.105-5,-0.921 0.379-2,-0.231 0.230 1,-0.199 0.248-1,0.878 0.075 0,3.341 0.007 5,-3.688 1.769 0,-10.783 5.099 0,-0.645-1.460-1,-0.283 0.845 1,-6.404 2.945-5,1.264-3.241-1,-1.348 0.034 2,-0.342 0.103-2,0.304 0.139-1,0.681 0.148 1,1.958-0.554 0,0.815-0.032 2,0.791-0.054 2,0.723-0.064 1,1.683-0.123-1,-0.424 1.920 0,1.354-0.310 0,-0.424 3.569 3,3.754-1.750-1,6.277-5.449-2,0.563-3.222 0,3.623 0.870 1,-2.046 0.132-1,-0.077 0.003-1,-1.090-0.000-2,4.246 0.002-1,2.115 0.000-1,-5.882-0.002 3,12.632 0.003-1,1.865-0.001-2,-6.776-0.001 1,0.378 0.000-1,-4.916-0.001 1,5.377 0.001 1,-0.020-0.001 0,5.250-0.400 0,-0.958-0.668-3,-10.176 0.428 4,11.941-1.461 3,-1.221-0.560 1,-1.793-0.458-4,-2.073-0.364 5,-1.777-0.168 2,-2.358 0.206-6,-2.184 0.359-3,-1.930 0.437 1,-1.637 0.458 3,3.089-1.002 19,-16.431 1.743-13,0.063 1.579-1,-3.638-0.115-9,0.993-0.012 1,-10.837-0.004-3,-5.821 0.444-2,-4.566 0.682 1,-1.185 0.775 0,7.021-0.298 1,0.134 0.053 1,0.446-0.043-2,-0.107-0.105-2,6.398-0.008 4,0.533 0.249 7,-9.019 2.831 7,2.306 0.728-9,14.651-3.172 3,-11.680 3.108-1,1.424 0.180-5,1.853 0.113 11,0.092 0.425-7,2.604-0.724-2,2.381-0.887-3,0.870-0.909 0,1.296-0.849 11,1.443-0.740-2,1.418-0.611-2,1.279-0.480-1,-2.935-0.215-6,3.017-1.082 1,12.443-0.303 4,-0.257 0.837 0,0.428 0.016 0,8.148-0.011 4,-7.877-0.003-8,1.007 0.000 0,8.025 0.000-2,-5.628-0.001 2,1.371 0.000-1,0.983 0.000-1,5.738-0.754 1,-4.174-0.094 1,0.149-0.197 1,-4.655 0.291 1,11.823-1.381-2,-0.694-0.540-2,-1.620-0.536-1,1.585-1.031 6,-2.983 0.176 0,-2.839 0.450 2,-3.265 0.627-6,-2.894 0.589 30,-2.605 0.560-34,-0.191-0.427 0,-12.012 1.355 14,-1.402 1.295 2,-2.871-0.188-7,-1.700 0.349-4,-3.931 0.710-2,-1.996 0.807 2,-0.153 0.638-2,-2.123 0.590-1,-0.830 0.234-2,0.112-0.024 2,0.519-0.142 7,1.465-0.332-3,1.750-0.394-4,-0.571-0.025 0,3.765-0.608 37,3.657-0.542-40,3.286-0.456 3,0.599-0.007-1,13.223-1.130 12,1.215-0.228 0,-0.743 0.159-1,-0.710 0.137 0,3.730 0.052-3,1.240 0.017-2,-1.105 0.004-2,0.406 0.001 0,-0.687-0.001-1,-1.315 0.001 2,-1.599-0.001 0,2.224 0.003 2,-15.350-0.001 1,-6.210 0.898 2,-2.971 0.580-3,-2.617 0.323-5,-1.092 0.129-2,-2.307-0.127 1,-1.969-0.094-3,-0.841-0.147 2,11.781-0.629 2,-27.068 3.774 2,-1.204 0.965 0,2.212 0.119-9,4.648-0.413 18,5.761-0.704-9,5.966-0.826-5,5.589-0.833 3,4.891-0.765 21,4.050-0.661-35,1.341 0.092 13,12.841-1.603 12,-0.736-0.591 7,0.151-3.378 9,-0.270 0.128-17,3.290-1.379 5,1.849-0.922-12,1.900 0.363-3,1.467 0.274-1,0.495 0.521 1,-0.184 0.653 1,-0.628 0.702 4,-4.996 0.877-2,-0.318-0.434-1,-0.033-0.257 0,9.300-3.179-3,-0.425 0.353 12,-1.874 0.765-2,-2.579 0.945-6,-2.778 0.968 0,-2.646 0.898 0,1.111-0.427-2,-15.039 3.146 5,-4.438 0.397 3,3.831 0.693 2,-0.764 0.822 0,-0.338-0.196-10,-1.108 0.052-10,-0.513-0.064 19,-0.076-0.141-6,3.054-0.162-1,-0.900 0.552 1,0.125 0.149-1,-2.709 1.153 0,1.450-0.225-1,1.682-0.393 5,-1.946 1.344 2,13.961-0.633-2,3.105-3.720-1,2.125 0.156-1,-1.668 0.063-2,3.148 0.007-2,-1.222 0.015 0,-0.778-0.283 1,0.362-0.490 0,3.814-1.161-1,-0.710-0.665 3,-1.150-0.489-1,-1.356-0.338 0,-1.403-0.220 0,-0.617-0.288 0,-2.039 0.667 1,1.503-0.745 6,-6.268 10.221 1,-8.782-0.571-1,-0.885-2.125-5,-2.365 0.602-20,-1.086 0.504 32,-0.320-0.354-14,-0.495-0.104-2,1.317-0.601-1,1.813-0.668 2,1.964-0.652 12,-1.420 0.542-14,20.200-4.475-3,-3.672-2.188 9,1.244-0.582 0,3.982-1.772 3,1.414-0.383-10,0.100 0.320-1,1.574-1.144 10,-0.415-0.527-8,-1.609-0.102 1,-0.780 0.141 9,-1.631 0.278-8,-2.018 0.339-2,-2.348 0.895 5,-2.195 1.024 2,-0.181-2.234 0,-9.118 1.974-1,-4.006 5.535 1,-0.411 0.812 1,-2.831 1.157 0,-0.691 0.508-4,-1.534 0.250-2,-7.263-0.063-5,-3.232-0.250 0,-0.479-0.344 7,-3.490-0.449-4,-1.583-0.320-4,0.730-0.290 0,-2.224-0.227 19,1.909-0.228-20,3.119-0.175 2,4.174-0.225 4,4.472-0.234 19,4.284-0.220-19,3.808-0.195 0,-0.070-1.083 3,12.426-3.865 7,2.820 2.037 1,0.314-1.290 2,7.130-3.529-5,1.655 0.847-5,2.266-1.094-4,9.253-3.890-4,3.682-1.469-1,0.669-0.209-1,-5.953 2.014 9,-1.760 0.589 0,-6.463 2.926-3,-1.246 0.268-1,-1.192 0.503 1,-1.109 0.661-1,0.452-0.044 28,-1.447 1.043-25,-1.360 1.036 7,1.064-0.034 2,-2.900 1.550 15,-2.682 1.262-29,0.014 0.270 1,-14.004 3.874 13,-0.811-1.078 0,2.055-0.555-7,-2.082-0.030 0,-1.088-0.025-1,-0.356-0.020-1,0.159-0.015-1,-1.182 1.240 0,1.713 0.950 1,-2.754 2.154-1,1.106 0.632 4,1.568 0.084 2,1.727-0.260-4,1.679-0.453 0,-1.406 2.761 0,3.644 0.045 1,5.602-0.372 0,3.932-5.157 4,1.212-1.220 2,-0.458-0.359-3,2.519-0.106-4,-0.338-0.062 3,-1.853-0.036-5,-13.817 0.041 6,1.753 3.906-1,0.351 1.776-3,-0.303-0.732 0,0.072-0.260-1,-2.740 2.779 1,3.071-1.397-1,12.694-5.407 5,1.390-3.741-4,-2.950 1.365 2,6.865-1.460-3,-0.737-0.040-1,0.024-0.499-1,-1.013 0.074 1,-1.883 0.527 3,-2.127 0.721 7,1.709-0.188-13,-11.943 8.476 10,-4.268-0.230 2,0.907-1.984-6,-0.124 0.188 0,-14.140 8.173-4,-0.477-0.201-3,0.127-0.203 3,1.830-1.058-1,2.744-1.503 1,3.095-1.662 1,3.059-1.625-1,2.796-1.472 2,-0.124 0.682 0,15.245-3.496 5,3.621-4.607 18,-1.401-0.796-37,2.287-1.772 19,6.040-2.986 12,5.263-2.719-22,-0.189-0.091 2,-2.336 0.975 1,-3.420 1.534 1,-3.774 1.731 3,-3.648 1.699 0,-3.248 1.528-2,-0.174-0.495 0,-14.394 4.239 4,0.605 1.050 1,-0.363-0.011 10,-0.872 0.636 2,1.759 1.397-15,1.597 1.903-2,-0.295-0.046 1,-6.300 1.594-24,3.970-1.725 27,-2.445 0.308 0,-1.770 0.480 17,0.352-0.116-23,1.150-0.235 2,1.544-0.288 1,1.647-0.297 1,-0.763 2.402 0,10.286-1.160 7,3.305-4.661-1,2.013-0.343-5,5.312-0.652-4,3.148-0.778-2,1.202-0.827 0,5.203-1.996 1,0.976-0.847 0,-0.970-0.140-4,-6.946 1.349 7,-1.322 0.282 3,-1.375 0.346-2,0.600-0.099-3,-3.063 0.584-1,-3.025 0.537 34,0.046-0.373-39,-14.620 5.143 16,-0.741 0.107-3,-1.630 0.702-4,-1.309 0.735-2,-2.231 1.142-1,5.598-2.552 0,-7.484 3.442-1,-2.128 0.845 0,-10.487 3.364 2,-5.040 1.392-8,-2.595 0.679 6,-6.094 1.456-6,0.757-0.962 6,14.378-5.119-2,1.283-0.724-1,-5.961 1.956-2,-5.305 1.696-1,6.686-2.207 16,6.752-2.293 1,6.199-2.147 34,5.324-1.869-47,4.326-1.538 3,13.788-10.124 10,-0.477 4.496-2,0.662-0.457 4,1.631-1.609 0,-2.971 1.839-11,0.639-0.732-1,1.902-1.794 0,0.535-0.713 2,5.382-4.950 1,-1.005 0.651-6,-1.687 1.390 5,-1.961 1.722 0,-1.958 1.776-1,-1.788 1.657 1,-1.533 1.442 0,1.447-0.933 0,-0.669 1.746 0,0.208 1.215 1,0.291-0.763-1,-0.135-1.087 1,3.598-3.969 15,-3.732 3.432-6,0.163 0.221-7,-0.089 0.464-3,-0.423 0.448 0,2.206-1.448 3,-14.514 1.235 3,-5.947 5.451-6,5.399 0.187-1,-5.357 1.929-1,-3.327 1.364-1,-1.789 0.906 2,6.958-2.421 1,-0.044-0.063-2,-7.793 3.293-2,-0.782 0.762-1,2.382-0.677 0,2.894-1.041 8,2.943-1.168 4,2.709-1.139-6,2.325-1.020 0,-0.976 0.298 0,0.730-3.454 1,-0.708 0.572 3,0.782 2.015 6,-6.407 2.273-3,4.065-0.946-9,0.388 0.587-1,0.682 0.208 2,1.301-0.337 0,1.354-0.535-2,-1.353 1.564 3,4.572 0.820 1,1.862 0.469 1,-0.107-0.103 0,0.000 0.433 1,0.000-0.073 0,0.000 0.818-1,0.000 0.556-3,0.000-1.694 1,0.000-0.068-1,0.000-0.001 0,4.027-1.458 1,3.270-4.517 2,-0.168-0.108-1,-0.984-0.010-3,0.661-0.003 1,0.286-0.001 0,1.480 0.000-1,0.669 0.001 1,0.112 0.000-1,-0.820 0.002 3,-0.386 0.001-1,-0.454 0.000-2,0.254 0.001 0,0.175 0.001 2,-0.144 0.000 2,-0.341 0.001-1,-1.348 0.000 0,-0.022 0.000-1,1.085-1.252-2,0.461-0.982 0,-0.105-0.320 4,-1.395 0.488 1,0.134 0.139-2,1.229-0.063-2,-0.176 0.347 0,-0.289 0.352 1,-0.789 0.341 0,4.117-0.191 0,-2.941 0.708 0,-0.081 0.432 0,-0.587-2.774 2,-2.024-2.781 0,1.436-1.942 0,0.707 0.487-4,-1.477 2.714 3,1.141-0.226-3,0.617 0.242 1,-0.236 0.031 1,-0.739-0.098-1,-0.988-0.173-1,-0.316 0.826 1,0.180 0.366 1,5.132-1.943 4,-1.443 1.628-3,-1.744-0.791-3,0.052-0.147 2,0.417 1.086 2,1.739 0.813-3,0.480 0.979 2,-2.714-0.151-1,0.711-0.493-1,0.270-0.142 1,1.139 0.091 0,0.359 0.236-2,-0.166 0.311-1,-0.491 0.334 2,1.306-1.154 3,0.048-0.425-4,-0.359-0.003 2,-0.583 0.259 4,-0.669 0.397-6,-0.668 0.449 0,2.824 0.233 1,-0.660 0.710 3,0.215 0.303 1,0.908 0.038-2,1.133-0.220-5,0.515-0.334 0,0.067-0.387 5,2.217-0.238-1,0.513 0.004-5,-0.328 0.125 1,-4.236 0.550 1,-0.377 0.125 8,5.472-0.089-4,1.141 0.219-6,3.145 0.175 11,0.344 0.202-4,-0.884 0.172-7,-1.630 0.140-1,-0.399 0.108 4,-7.552 0.095 2,2.921 0.028 0,-0.636 0.035-4,-0.805-0.241 10,-0.882-0.428 5,-0.902-0.540-11,1.699-1.004 0,-2.339-0.065-1,-2.260 0.231 2,1.561-0.812 3,-7.820 9.004-1,-1.676 0.567 1,-2.352 3.391-1,-2.040-3.134-2,-1.526 0.911-6,-0.389 0.348 4,-1.439-1.278 0,-1.172-0.710-1,-0.418-0.881 0,0.107-0.936 2,2.079-0.544 2,-0.018 0.731-4,-0.446 0.302 0,-0.726-0.017 3,-0.472 0.136 3,-0.266 0.235-5,-0.532-0.080-1,-4.831 0.825 0,-3.290 2.403 0,-0.339 0.528 1,0.884-0.423 0,0.702-0.885 0,1.869-1.096-1,2.429-1.133-4,2.575-1.061 4,2.446-0.929 6,2.163-0.768 1,-0.615 0.980-2,6.242 2.950-4,5.619-3.772 5,2.008-2.274 5,3.553-0.448-5,-3.698-1.290-5,1.274-0.958-1,0.519-0.716-1,-0.017-0.513 3,-0.373-0.342-2,-0.483 0.084 0,-0.217 0.222 0,-1.886 0.669 1,0.023-0.277-1,1.491-0.872 1,-0.122 0.114 5,-0.193 0.288-1,1.367-0.549-3,-0.935 0.361-1,-1.032 0.312 1,-0.995 0.251 0,3.349-2.605 0,-3.006 1.399 1,-0.223 0.666 0,0.369 2.382 2,0.099 1.672 0,-0.335-0.206-2,2.314-0.102-1,-1.309-0.058 0,-0.330-0.012 0,-0.579-0.006 0,1.850-0.004-2,-2.296-1.829 2,2.116-2.617 0,-0.533 0.052 0,-1.227 1.097 1,0.893 0.614-2,-1.223-1.057 1,-0.854-0.621 1,0.518 0.845 1,1.012 0.819-3,1.654 0.983 0,3.373 0.513 1,-0.586 0.686-1,-0.754-0.928-1,0.057-2.813 2,-5.330 0.395 2,-0.319-0.912-2,-0.355-0.396-1,-0.347-0.049 1,-0.315 0.170 1,2.648-3.803-3,-1.156 2.701-1,1.051 1.535 3,0.746 3.462 3,0.781 1.551-1,1.938-5.159 0,-4.635 0.547-1,-0.364-0.441-1,2.518-3.754-4,-2.695 2.515 3,-0.576 0.748 0,2.324 6.001 2,0.053-0.852-1,-4.477 7.567 3,-1.639-1.102 0,-0.062 4.026-3,-0.010-4.281-1,-0.001 0.025 0,-0.001-0.209 0,-0.010 5.042-2,0.007-1.253 1,0.005-1.507 2,0.004-1.343 1,0.002-0.641 1,0.002 2.632-2,-1.029 0.942 1,-1.940-0.073 0,-1.435-0.791-3,0.476 0.155 1,0.418-0.190 1,-0.324-0.951 1,-0.517-0.987-1,0.478-1.720 2,8.634-10.544 1,-0.192 0.374-1,-0.224 0.425-2,2.204-2.088-3,1.613-1.521 0,-3.025 2.901 2,0.539-0.559 0,0.369-0.385 0,-1.215 0.924 0,-0.213-0.285 0,2.565-2.359-1,-2.229 2.298 1,-0.236-0.137 0,0.222-1.473 1,0.200-0.142 1,-0.413 0.799 0,0.309-0.135 0,2.692-3.126-2,-0.674 1.006 1,-1.065 1.349 0,-1.217 1.446-1,1.251-1.897-1,-11.745 4.857 6,-0.204 5.442-1,1.501 3.452-3,-8.234 6.405-4,-0.209-0.761 8,-1.483 0.774-7,-0.427-0.179-1,3.660-3.165-1,0.224-0.236 1,-2.910 2.371-1,1.128-0.806 0,1.280-0.889 6,3.454-2.722 5,0.427-0.170-1,-1.539 1.550-4,1.548-1.323-1,1.600-1.473 3,-1.632 1.178 0,5.309-12.851 4,5.654-0.789-4,2.679 2.543-2,3.079-0.062-18,2.410 0.951 16,-5.116 2.323 16,-0.015 0.365-15,0.543-1.024 0,0.269-0.723-1,-0.183-0.439 0,-0.463-0.226 2,-0.603-0.070-1,-0.653 0.033 0,1.142-1.399-2,0.015-2.172-1,0.753-0.931 4,-0.703-0.182 5,-2.295 1.037-6,-1.943 0.829-1,-1.297-0.348 1,-1.648 0.615 1,0.273-0.106 0,-5.168 1.830 1,-8.787 6.358 0,1.837 1.904-6,-0.893 0.629 1,0.153 1.384-2,0.536 1.045 3,1.275 0.568-2,-0.775 2.099 5,0.533 0.643 1,0.826 0.004-6,1.256-0.776 9,1.576-1.359-5,1.570-1.535-3,1.432-1.510 1,-1.519 1.276 1,1.284-3.195 4,0.003-6.375 1,7.970-3.334 2,7.358-7.679 0,3.797-3.825-17,1.878-2.364 9,2.682-1.624-5,0.102 0.391-2,-1.494 1.601 2,-2.885 3.489 1,-0.487 0.727 6,-3.437 4.075 4,-0.355 0.564-4,2.665-3.865 10,-1.151 0.779-7,-1.253 1.175-6,-1.236 1.354 6,-0.766 0.667 2,-1.925 2.216-5,-1.802 2.099-2,0.023-1.425 1,-10.220 5.610 9,-1.247 4.198 1,0.876-0.527-6,0.317 1.887-2,-1.456 2.111 0,2.068-1.205-1,-4.220 3.785-2,-1.021 1.260-2,3.439-2.442 1,-2.837 2.668 1,-7.405 7.110-3,2.418-2.167 1,0.746-0.597 3,1.360-1.177 3,2.277-2.074-4,2.363-2.173 0,2.203-2.040 0,-0.458 1.107 1,12.458-6.577 9,-0.070-1.361 0,2.602 0.735-2,0.525-0.319 0,0.974-1.865-8,-0.363-1.918-1,-2.306 0.587 2,-1.430 1.726 1,-4.305 7.491 3,-5.507 1.389-1,-4.891 2.728-3,3.039-3.993 1,0.544-0.655-2,-1.868 1.849 0,-0.830 0.786 0,-1.926 1.896-2,-0.508 0.471 1,-9.200 9.088-1,2.585-2.729-1,1.508-1.645 3,2.281-2.403 2,2.543-2.645 1,2.468-2.553-3,2.206-2.267 0,-0.616-0.232 0,6.579-11.643 3,1.054 0.107 0,-0.767 0.384 9,1.857 0.788-1,4.283-3.993-2,-0.443 1.937-8,0.810-0.547-1,0.388-0.121-1,-0.179-0.096 1,-0.550-0.073 0,3.898-6.561-3,-3.705 4.871 3,0.103 0.532 7,-1.442 2.392-3,0.180 0.145-2,2.851-2.899-2,-0.975 1.528 1,-1.332 1.748 13,-1.436 1.730-16,0.813-0.481 0,-9.716 10.811 8,-0.876-0.278-1,-3.158 3.507-1,0.779-0.101-3,-0.291 1.064-1,-0.709 2.171-6,-0.560 1.299 1,-0.120 0.266 12,0.756-1.593-7,0.270-1.220 4,0.330-1.482 6,3.045-3.413-6,-2.708 2.895-20,0.208-1.161 20,1.051-1.242 6,0.773-0.528-5,0.855-0.342-1,0.387 0.042-2,-1.004 1.879 6,3.864-13.133-3,4.828-1.529-1,2.224-3.967-6,-1.863 3.604 3,-0.365 0.901-1,0.535-0.530 0,1.324-3.169 0,-2.260 3.810 1,2.905-5.088 0,1.298-0.620-1,0.702-0.236 1,-0.670 1.445 1,-1.155 1.844-1,-1.355 1.933 1,-1.365 1.828-1,-0.045-1.210 2,-11.655 6.478 2,-2.841 10.070 2,0.361 0.600-2,-1.279 1.417-6,0.570-1.299-2,-0.907 0.399 1,-0.202-0.081-1,0.295-0.405 1,-1.383 1.909 6,1.066-0.821-1,1.182-1.356-6,1.054 0.076 1,1.971-1.389 11,1.907-1.768-2,1.704-1.852-6,-0.608-0.041 12,4.432-13.146-9,1.972 0.254-1,0.814-2.590 1,0.027 4.459-3,3.246-6.149 1,1.479-2.962-2,0.350-1.000 2,1.046-2.556-7,-0.035-0.452 2,-0.697 0.883-2,-1.381 1.717 9,0.110-1.965 0,-0.085 0.756-8,-0.286 2.459 11,-0.098 2.468 1,-0.087 2.597-8,-0.517 1.987 0,-0.740 1.442 4,-0.816 0.987 0,0.933-2.352 7,-10.314 10.852-2,1.013 2.802-5,0.381-0.913-1,-0.378 1.796-2,1.562-0.424-1,-0.948 1.579 0,-1.808 4.723 1,-0.025 1.319-5,0.433 0.239 2,-0.285 0.042 1,0.068-0.320-1,0.446-0.893 6,0.660-1.209-5,0.756-1.332 4,0.525-0.616 1,1.054-2.055-2,0.236 1.955-2,6.546-4.796 7,1.603-6.391 2,-0.279-5.787 1,1.053 0.109-7,-0.480 2.879-1,0.718 0.548-6,0.918-1.528 6,-2.324 0.866 0,-1.298 0.453-1,0.268-2.302 3,-7.196 0.850-1,-4.104 5.156-1,-0.828 0.949 1,-0.727 1.605 0,-3.049 4.853-20,-0.712 2.407 35,-2.102 2.357-21,-0.692 1.075 2,0.655 0.934-1,0.510 0.591 1,2.245-1.678-2,2.366-2.204 1,2.233-2.336 1,1.958-2.212 19,-0.415 0.237-20,6.680-13.570 8,3.224 2.159 0,2.351-2.280 0,1.493-1.400 0,0.812-0.711-7,4.160-4.542-2,0.636-1.155-1,-0.622-0.015 0,1.215-2.509 5,-0.552 0.606 2,-1.040 1.833-8,-3.471 4.474 7,0.934-1.043 7,-1.260 1.233-8,-1.440 1.272-3,-1.464 1.214 9,-0.959 0.615 0,-1.688 1.888-3,-0.295-0.985-2,-9.900 9.963 7,1.564 2.291 0,0.236-0.436-1,-1.811 1.793-8,2.340-1.740 0,2.794 0.967 1,8.381-5.511 3,-0.596-0.530-1,2.406-0.933-2,-2.201-0.571 1,2.317-0.816-3,-0.046-0.109 0,-0.888 0.170 2,-1.314 0.318 0,2.341-0.943 1,-15.146 1.074 3,3.841 7.623-1,2.409 0.492 0,-0.094 0.243 0,-0.475 2.253-3,-0.728-1.584 0,-0.822 0.051 0,-0.337 1.306 0,-0.009 0.546-2,0.194 0.031 0,0.241-0.551 4,0.370-1.393 0,-0.512 2.384 0,4.425-16.586 6,3.126 2.767-7,1.365-0.914-2,3.506-1.936-1,1.769-1.061-1,0.549-0.436-1,-2.066 1.332 5,-0.667 0.337-1,-0.853 0.452-1,-0.923 0.504-2,-0.915 0.503 2,-0.353 0.043 2,-1.555 1.028 1,1.105-1.582 1,-11.876 3.088 8,-0.637 3.530-4,-0.326-0.508-3,-4.739-0.015-3,4.340 0.002-1,-0.331 0.000-1,-2.648 1.251-1,-0.585 0.710 0,-0.029 0.310 1,0.304 0.494 1,1.330 0.357 3,1.541 0.315-3,1.544 0.261-1,-1.696 2.916 13,3.607-1.492-15,5.809-11.694 9,-1.805-0.994-1,0.006 0.867-6,4.044-2.564 0,0.598 2.816 0,0.360 2.507 2,-6.029 11.211 3,-6.143-2.647-2,-2.888-0.046-3,2.847-2.450 0,0.930-0.192 0,-6.637 2.201 1,0.160-0.136-2,1.212-0.564 1,1.737-0.773 1,1.903-0.830-1,-2.371-0.448 1,4.049-4.601 1,9.386-4.473 2,1.678 1.571 1,1.096-0.502 2,0.267 0.167-4,-0.339 0.807-2,-0.030 2.815 0,-10.303 9.508 2,-5.132-0.064 3,3.593-2.901-9,-2.786 1.736 0,-1.395 0.537 9,3.161-1.541-5,-6.792 4.872-4,-0.453 1.716 3,-0.299 1.360 0,1.973-0.882 2,2.390-1.545-2,2.434-1.813-1,2.248-1.816 1,0.162 1.600 5,10.562-4.283 0,1.266-9.185 4,3.329-2.600 2,-3.261 3.074-10,1.215-0.116 0,0.491-0.213-1,-0.053-0.276-1,2.429-2.087 0,-1.317 0.620-1,-1.560 0.916 3,-1.562 1.012 3,-1.426 0.982-2,1.575-1.746 0,-1.919 1.042-1,-0.185-0.593 1,1.247 3.281 3,1.960 1.621 4,-1.625 0.405-1,1.894 0.078-7,1.456 0.047-1,0.661 0.037-1,0.087 0.028 1,2.312 0.021 1,0.829 0.015-2,0.040 0.009-1,0.406 0.009 4,-1.979 0.001 3,-2.324-0.002-5,-2.348-0.002 10,0.823 0.012-16,-15.025 3.700 15,-6.236 3.316-3,-6.666 2.780-5,-4.018 1.054-6,1.564-0.278 0,-2.429 1.228-1,-3.689 1.518-1,-2.058 0.853-1,-17.292 7.864 8,-0.340 0.553-8,3.838-1.081 7,7.283-3.135-5,6.651-3.057 11,6.671-3.227-5,6.164-3.081-3,5.364-2.747 24,4.439-2.323-45,1.791-1.219 26,12.711-7.830 0,2.292-1.729 36,-0.972 0.775-19,0.969-0.266-3,3.088-2.932-9,1.373-1.479-10,0.201-0.462 4,1.751-1.247 1,-0.206-0.204-6,-1.392 0.458 1,-3.761 3.771 3,-0.702 0.163 3,1.701-2.893 1,-2.047 0.352-4,-1.982 1.298 7,-1.604 1.511 3,-1.317 1.610-8,1.198-1.937 1,-1.049 3.694 0,2.590 4.333 2,-0.234-4.205-1,0.214-1.094 0,1.225-0.269-1,-0.810-0.698-3,1.556-0.777-1,-0.711 0.732 3,3.276-2.223-1,-1.837 1.224-2,0.120 0.050 1,0.037 0.388 1,3.861-3.157-1,-0.714-0.066-1,-1.511 0.380 3,-1.636 0.945 2,-2.055 1.681-2,-1.912 1.790 9,0.956-0.682-15,-6.034 12.601 12,-6.321-3.248 0,-2.989-1.845-4,-5.667 0.840-4,3.241 0.440 0,0.374 0.265 0,1.114-0.030-2,1.471-0.208 4,1.560-0.300-1,-2.408 1.303-2,3.022-0.209 1,2.644 1.841 1,-0.594-0.658-1,-4.275-2.115 8,-4.141 1.995 8,-1.695 0.599-20,-0.594 0.448 3,0.611-0.181 0,-0.929 0.640-1,-6.350 2.332-2,1.143-0.504 7,2.514-0.967-6,3.145-1.169 1,3.269-1.194 3,3.066-1.108 9,2.683-0.962-10,0.350 0.659 1,12.905-3.562 3,-1.458 0.072 0,0.081-1.253 5,-1.218-2.295-22,-0.737-0.946 45,-3.638 10.986-28,-6.647-2.915-1,14.266-2.528 0,-1.942-3.455-3,4.560-3.654-24,-0.223-0.483 28,0.274-0.094 12,1.099-1.052-17,-0.654 0.298 0,-1.421 0.938 0,-1.757 1.238 1,-1.802 1.310 4,1.706-0.823-1,-6.114 10.928 2,0.966-0.032 0,6.398-8.261 5,-2.220-0.961-4,-12.107 12.214-2,-0.202-3.616-5,-1.240 1.196 1,-0.707 0.659-1,-4.197 3.381 1,2.313-3.194-1,-5.083 1.982-1,4.869-3.413 6,-0.759 0.029-4,-7.524 4.705-2,3.127-2.209-1,-4.294 3.382 4,2.075-0.836-1,2.694-1.563 1,2.837-1.871 1,2.681-1.896 1,2.353-1.750 4,-0.520-0.561-6,5.823-10.318 2,2.183 0.348 3,0.195 0.972 2,0.284-1.045 1,0.859-0.419-7,1.280-0.706-3,0.712-0.925 1,2.070-3.028-1,0.456-0.036 2,0.162 0.446 0,0.099 0.494-2,-0.984 1.970 2,-1.176 2.114 0,-1.193 2.018 0,1.155 0.064 3,-2.767 10.591 3,-9.761-1.225 2,-1.094-1.018-7,-9.461 4.031-1,1.647 0.034-3,0.464 0.094 2,1.749-0.613 0,2.370-0.982-3,2.542-1.124 3,2.421-1.108 0,-0.396 0.897 0,14.354-7.447 9,-2.336-3.083 1,1.974-1.821 0,1.527-1.221-11,0.661-0.004 1,-0.256 0.561 0,-1.192 1.211 0,-1.511 1.365 0,-1.572 1.337 1,0.591-1.032 0,-12.000 4.010 7,0.420 3.003-2,-1.744 0.586-2,-1.388 0.276 0,-0.991 0.933-7,-0.750 0.511 3,-0.133 0.094-1,-1.001 0.437 0,1.802-0.548 3,2.134-0.670 0,2.142-0.685 6,-0.520 0.647-12,16.178-5.025 6,-1.704-3.712 9,0.620-1.334-19,-1.500 1.606 11,5.048-2.469 3,1.114-0.339-7,-0.940 0.740 2,-1.429 0.925 3,-1.858 1.114-3,-1.964 1.139-2,1.558-1.216 3,-15.334 3.817 5,1.888 5.341-1,0.126 1.218-2,1.470 0.759 2,10.302-2.173-3,6.092-3.498-2,-3.366-0.536-1,1.066-0.742-1,0.233-0.825 0,1.988-0.808 1,0.138-0.726 1,-1.013-0.620-2,-1.748-0.024 4,-2.055 0.343 2,-2.072 0.543 1,0.750-1.547-10,-11.842 0.812 10,-5.488 6.036 3,4.193 0.252-7,-1.024 1.978 1,-0.028 1.094-15,0.587 0.459 22,0.918 0.031-8,1.045-0.237-4,1.036-0.384 4,-0.159 2.996 1,5.449-1.561 0,4.198-4.923 3,5.837-1.204 1,-4.167-0.435-7,0.900-0.074 0,0.375-0.041 0,0.252 0.092 1,-1.075 0.191 1,-1.343 0.226-1,2.541 1.036-2,-3.371 1.969 4,-6.889 3.405 2,-5.638-4.853 0,-3.841 1.126 1,3.044-0.705-6,-1.432 0.483-1,3.004-0.927 2,-13.338 4.044-3,-3.809 1.007-3,-1.642 0.328 3,-0.047-0.160-2,-7.535 3.810 0,1.484 0.312-1,3.023-0.749-2,1.429-1.102 7,3.089-1.230 17,3.857-1.203-22,4.005-1.087 14,3.759-0.924 6,3.295-0.745-18,2.956-0.813 5,2.190 2.435-1,13.534-6.196 16,-2.105-2.978 0,1.073-1.220-51,-3.640 1.458 29,3.744-2.711 5,0.887-1.186 35,0.150-0.781-37,7.448-4.747 4,1.431-0.749-3,-0.260 0.177-3,-4.751 3.204 5,-1.149 0.675 1,-1.270 0.735-3,-1.286 0.735 0,0.732-0.736-1,-2.384 1.691 6,-2.172 1.628 2,-1.857 1.444-1,0.749-0.369 3,0.666 5.126-1,-0.956 2.962 2,-9.979 3.538-2,-4.214-3.281-2,0.990 1.607-3,2.849-1.343-2,10.159-8.079 4,0.616-2.284 0,-0.130 0.817-4,3.393-0.065-4,-1.802 1.439 11,-13.776 0.610-3,-5.496 4.249-3,2.190 0.589-26,-1.677 0.313 48,0.620-0.244-22,-3.568 1.332-3,-0.597 0.478-1,0.208 0.080 1,-3.937 1.632 4,-0.019 0.226 0,1.093-0.329-4,2.158-0.710 8,2.632-0.881-3,2.708-0.916-4,2.525-0.860 0,-1.489-0.225 3,7.942-8.021 7,2.751 0.181-1,-0.017-1.827-1,2.760 2.885 1,0.135 0.146-6,0.266-2.056-1,-2.192 0.756 0,1.684 1.559 1,2.164 4.887 2,-0.235 0.011-2,0.831-0.242 0,3.423-0.386 0,-1.216-0.428-1,-2.544-0.321-1,-0.848-0.919 1,-0.771-2.381-1,-0.849 0.074 1,-10.186 5.898 1,-3.939 1.423 2,-0.311 0.775-1,1.483-0.477-1,-5.631 2.297-4,-6.787 2.334 12,12.508-4.703-8,-16.811 5.766-22,-0.846 0.016 19,1.014-0.646-3,-2.123-0.140 5,1.598-0.631 1,2.710-0.544-8,4.214-1.242 11,2.749-0.939 8,2.542-0.952-16,2.206-0.768 2,2.940-0.875 33,2.615-0.723-37,-0.468 0.071 1,12.435-2.398 12,0.465 0.236 1,0.980 0.441-1,5.477-0.592-7,-4.789-0.179-1,-0.001-0.421 1,-0.505-0.408-1,-1.209 0.113 0,-0.054-0.009 1,1.237-0.465 9,-1.696 0.269-21,0.046-0.889 23,-13.369 0.542-8,-4.852 2.050 2,4.421 1.080-6,-1.681 0.603-2,-1.097 0.341 0,-0.636 0.136-21,-4.749 1.067 46,-2.885 0.805-26,-1.433 0.577-1,-0.353 0.393 5,0.419 0.531 1,-5.712 1.850-7,5.352-1.572 1,-0.469 0.397 0,2.833-0.758 3,0.500-0.191 8,-6.781 1.780 1,3.463-1.155-3,3.883-1.264-5,3.822-1.227 1,3.468-1.103 1,2.966-0.934 3,-0.260-0.906-3,8.156-6.361 4,4.179 0.812 0,3.700-1.947 11,-3.187 2.182-8,0.658-0.055-8,1.775-0.054-2,0.892-0.049-1,0.272-0.042 2,-0.160 0.414 3,-0.412 0.658 0,-0.535 0.755-3,-0.772-0.379 0,-0.084-0.100 2,1.602-0.495 5,-1.713 1.532-4,0.332 0.402-1,2.941-1.109-1,-0.775-0.095 1,-0.211 0.076-1,-0.557 0.337 0,-0.722 0.473 1,0.462 0.448-1,-0.772 0.545 0,-1.247 0.488 1,2.377-0.143 8,-16.877 1.750-5,-2.612 1.594-3,-3.964 1.479-9,-2.154 1.101 10,-1.753 0.378 0,-0.850 0.455 2,0.452 0.292-21,7.654-2.329 15,-6.652 1.915 4,2.323-0.687 0,2.769-0.787-5,2.836-0.785 2,2.654-0.725 18,-0.561 0.439-20,13.987-2.004 7,-0.259-0.989 0,5.044 0.187 3,4.201 0.026-3,1.787 0.028-7,8.499 0.023-3,3.542 0.023-1,0.196 0.015 3,4.203 0.014 4,0.707 0.009-8,-1.506 0.007-1,-15.000 0.002 22,4.869 0.002-11,4.019 0.002-9,-6.423 0.000 3,-0.939 0.000-1,-0.819-0.000 30,0.144 0.000-24,-1.665 0.000 2,-1.764 0.000 1,0.552 0.067-3,-3.294 0.099 1,-3.078 0.115 0,-2.677 0.110-1,0.464 0.682 1,-8.336 4.948 4,-0.405 0.246 0,1.725 1.008 0,0.006 2.645 0,-3.552-1.814-5,-2.820-1.033-2,-10.348 3.704-3,1.950-4.259 3,-0.689-0.828-1,-1.897 0.829-1,0.282 0.440 1,1.599 0.161-1,-0.286 0.451 7,0.805 0.221-1,7.093-3.711-6,0.228-0.239 3,-5.802 2.232 12,0.749-1.129-15,1.557-1.075 4,1.949-0.962 3,1.995-0.801-3,-1.872 0.380 0,6.995 3.497 4,1.960 0.458-2,6.096-4.862 2,2.399-1.503 0,1.972-0.102-5,-0.646 0.009 0,1.495 0.001-1,0.595 0.000-1,1.416 0.001 0,0.855 0.001-1,0.121 0.003 0,5.459-0.001 0,0.162 0.002 9,-1.088 0.001-11,0.995 0.002 8,-0.569 0.001-3,-1.484 0.000-4,-0.528 0.001 14,-1.320 0.000-11,-1.693 0.000-2,-0.334 0.000 8,-0.891 0.001 1,-1.158-0.001-8,-1.326 0.000 8,-1.962 0.000-3,-1.889 0.000-3,1.856 0.000-2,-2.413 0.000 6,0.154 0.000-1,0.236 0.000 1,1.289 0.000 1,0.485 0.000-2,-1.393 0.337-4,-2.823 4.155 2,-8.428 0.012 1,-2.515 0.066 1,-2.580-2.905-2,-3.736 3.105-3,-4.777 2.078-1,-2.354 0.705 1,-7.644 1.228-6,-3.313 0.019 2,-0.363-0.724-4,-4.047 0.217 17,-0.448-0.562-17,1.808-0.993 1,12.946-2.822 13,1.020-0.520 8,-5.832 0.123-18,1.061-0.780 0,-3.416-0.466 10,2.716-0.789 13,3.399-0.610-14,2.078 0.026-8,2.516 0.414 15,2.573 0.621-12,2.425 0.220 13,2.127-0.045-6,1.765-0.205-6,1.369-0.285 4,1.008-0.312 2,0.702-0.302 0,-4.759 0.239-1,0.571-0.734-1,0.053-0.414-2,1.638-0.182 5,1.733-0.108-9,13.048-0.001 8,4.548-2.562-1,-0.577-1.480-9,1.844-0.552 3,5.226-2.787-2,2.686-1.082-1,0.893 0.058 1,4.851-2.008 6,1.274-0.348-9,-1.039 0.703 0,1.839-0.579 17,-0.728 0.104-17,-2.252 0.516 0,-0.235 0.698 24,-1.735 0.753-22,-2.521 0.723 0,-8.120 3.244 13,-0.959 0.534 3,0.904 0.112-15,-0.688 0.710 3,-0.634 0.667 3,-0.165 0.605 9,1.032 0.404-6,-0.439 0.562-3,-3.768 0.599-2,11.371-2.683 2,2.226-1.092-1,0.044-0.305-1,1.231 0.472-3,0.404 0.423-3,-1.011 0.552 0,4.950 0.456 9,0.353 0.646-1,-1.611 0.576-5,-0.973 0.589 13,0.815 0.291-16,-0.727 0.238 0,-1.723 0.186 12,-8.321 0.147 1,8.450 0.073-12,-7.871-0.250 2,-0.970-0.492 0,0.415-0.955 0,-1.843-0.919 20,-1.113-0.531-10,-0.944-0.228-5,-0.777-0.003-1,1.951-0.851 2,-1.397 0.531 6,-1.294 0.640-8,-1.413 0.653-1,-1.366 0.606 2,2.966-0.342 0,-3.324 1.367 1,1.199 0.958 2,-15.106 0.572-3,0.989-0.696 0,-0.123-0.037 0,-0.142 2.273 0,0.938 1.232-1,-3.435 0.290-1,1.335-0.482-1,-1.243 0.798 1,-2.037 0.374-16,-5.483 1.207 28,5.760-1.504-30,-0.947 0.495 31,-10.697 4.449-16,-1.098 0.527 2,0.607-0.295-1,1.690-0.816-1,-7.640 2.814 1,5.972-2.614-3,6.859-1.859 2,1.725-0.278 18,1.760-0.543-9,1.687-0.701-8,0.037-0.121 4,1.719-1.068 3,1.391-0.991-2,0.927-0.776 1,1.296-0.810 1,-2.980-0.141 2,2.585-1.348-4,-0.992 1.603 0,-1.581 2.386-1,-0.220-0.266 0,1.842-1.196 1,1.677-0.444-5,12.085-2.283 6,-0.315-0.049 1,-0.053 0.130-5,4.693-1.380-3,-2.173-1.192 2,0.906-0.991 0,3.695-1.547 0,1.254-0.683-2,0.485-0.408-1,-3.069 1.329 4,0.315-0.309 3,0.027-0.374-6,-0.178-0.405 1,6.071-2.003 5,0.200 0.660-3,-0.964 1.022 0,-2.107 1.605 1,-0.868 0.916 0,-1.244 0.852-2,-1.408 0.756-1,-0.682 0.596 10,-1.054 0.571-3,1.283 0.251-7,-1.852 0.573 7,-1.334 0.250 2,-1.498 0.145-5,2.348 0.365-1,-2.445 0.296 0,-0.305-0.647 0,-0.112-0.419-1,-5.343-5.935 4,-0.758-0.019 1,6.760 2.511-1,7.781 0.457-4,-1.278-0.912-3,1.247-0.493 0,-1.158 0.474 1,-0.091 0.258 0,-3.145 1.097 1,-0.212 0.281-3,4.418-2.021 1,-1.210-0.072 5,-1.394 0.336 4,-2.011 0.676 0,-2.011 0.748-4,-1.943 0.764 3,0.757 0.021-8,-10.555 7.381 8,-0.595-1.237 1,-4.892 0.983 0,1.860-1.557-6,-1.263 0.898-2,0.900 0.070 1,-3.010 1.863-2,-0.406 0.001 0,4.357-2.725 2,-5.150 2.187 0,0.968-0.526 3,1.499-0.525-1,1.712-0.486-1,1.714-0.419 2,-1.921 2.624 8,3.893-2.373-13,5.719-10.455 10,5.145 0.202 1,-0.292 1.374-8,0.299-1.156-2,-1.777 1.929 1,3.814-1.908 0,-0.755 0.992 2,0.864-0.619-2,0.282-0.323 2,-0.123-0.110-1,-1.006 0.789 0,-0.279 0.470 0,-0.291 0.580-1,3.515-0.442-1,0.248 0.241 5,-0.763 0.061 2,-2.026 0.941-3,-0.273 0.386 0,0.656 0.211-6,-0.179 0.542 5,-1.739 0.753 2,0.041 0.295 0,0.979 0.196-1,0.150 0.278-1,0.814 0.201 0,-1.226 0.232 0,2.861 0.221 4,-16.835 0.961 0,-1.038-0.212-4,-3.705 4.192-2,-4.174 3.167-1,-1.945 1.589-4,0.207 0.053 5,-0.177 0.403 0,0.901-0.269 2,2.530-1.285-6,2.887-1.551 2,2.840-1.570 2,2.556-1.442 0,0.318 0.599 3,12.729-3.930 8,-1.486-3.137-2,5.431-5.256 0,-1.878 1.232-4,0.909-1.150-4,2.815-1.956-11,1.622-0.937 13,0.469-0.007 2,-0.335 0.619-14,0.742-0.373 14,-0.511 0.652-8,-0.946 1.047 1,0.492 0.404-1,-1.697 1.682 11,-1.656 1.576-1,-1.745 1.379-7,-1.649 1.142 6,-1.458 0.902 0,3.059 0.383 1,-2.852 1.313-2,2.396 0.773 0,-0.692-0.409 0,0.778-0.238-2,0.302-0.160-2,-0.134-0.115 0,-1.649-0.076 0,-1.531-0.034 1,0.997 0.138 1,-1.974 4.458 0,-4.741 2.670 1,-0.631 2.552-2,0.077-0.917-1,0.323-0.428 0,0.573-2.394 0,3.045-0.482 1,2.961-6.030 1,1.871 0.123 1,0.615-0.811-2,-0.068-3.632-1,-0.766-1.080-1,-0.599 0.371 1,2.150-1.086-2,0.699 0.258 1,-3.188 1.345 3,2.476-2.679-3,-0.374-0.572 0,-2.109 1.125 3,-1.026 0.193 1,-1.103 0.301-3,-1.080 0.355 0,-0.781 0.075-1,0.062-2.604 4,-10.365 7.996 5,2.617 5.467-4,-0.416-0.179 1,-4.518 1.557-6,3.024-1.059 0,-1.352 1.499 0,-0.767 0.694-2,-0.320 0.098 3,1.669-1.219 0,0.366 0.123 0,-1.020 0.714-2,2.051-1.760 1,0.275 0.067-1,-0.695 1.061 2,0.037 0.221 2,-2.764 3.503 5,1.127-1.073-5,1.352-1.491-2,1.365-1.614 0,-1.220 1.397 2,4.818-13.609 2,1.146-0.301 0,2.686-2.572 1,2.927-0.418-2,-1.773 3.070-4,0.702-0.806 0,-0.962 1.273 1,2.446-5.203-1,-0.381-0.194-2,-0.657 0.411 2,-0.781 0.768 1,-0.654 0.993 13,-0.851 2.000-17,0.534-1.297 0,-2.306 16.996 10,-1.244-2.268-1,-2.941 2.517 1,-0.653-2.697-5,-1.741 2.103-3,-1.217 1.558 0,-0.730 0.784 0,-2.566 1.533-1,0.043-0.980 1,0.901-1.438 1,1.345-1.594-1,1.504-1.553 2,1.471-1.393 3,-1.182 1.622 0,3.114-0.721-3,7.991-2.020 3,1.608-3.035 6,7.452-0.999-2,-2.843-1.499-8,0.973-0.978 0,-0.211-0.883 0,-1.132-0.717-1,-0.079-0.336-2,-0.470-0.198 6,-0.782-0.054 0,-0.912 0.038 1,-0.933 0.245 1,-1.393 0.685-5,2.437-1.667-1,-2.394 1.863 4,0.320 3.968 2,0.294-2.695 1,-1.439-1.879-3,0.857 0.845 0,-2.491 8.670 3,0.150 0.145-3,2.229-5.113-2,0.041-0.379 0,2.509-0.701 1,-1.257-1.725 0,2.108-2.133-3,-0.382-1.044 2,-2.998 1.527 1,0.712-0.992-1,-0.253-0.463 0,-0.545-0.317 0,0.526-1.431-1,-1.299 0.830 0,-1.263 1.125 9,0.899-1.953-11,-4.415 13.664 8,-0.596 0.277-1,0.000 1.701-2,0.000 0.505-1,0.000 1.252-1,0.824-1.038-1,1.758 0.002 1,-0.258-3.264 0,0.051 0.046 1,-0.166 0.027 0,-0.289 0.011 0,0.905 5.732 0,-1.290-0.806 1,-0.803 0.330-1,-0.529 0.402 0,-0.238-2.030 0,-0.076-0.319-1,-0.020 0.307 1,1.553 2.210 1,0.855-4.752-1,0.274-0.654 1,2.148 3.047-2,-0.261-3.049-1,-3.013-12.335 4,-1.495-0.057 0,0.076-2.256 0,-0.006-2.257-1,0.000 4.698-2,0.000-1.681-2,0.000 1.553 2,0.000-0.276-1,0.000-0.145 0,0.000 0.466 3,0.000-0.006 0,0.000 0.017-1,0.000-1.967-1,0.000 0.685 0,0.000 0.836 1,0.000-4.082 1,0.000 2.539-1,0.000 0.276 1,0.000 0.598 1,0.000-0.781 0,0.000 1.700-2,0.000 0.166 0,0.000-0.935 0,0.000-0.097 5,0.000 13.615-3,0.000 1.646-2,0.000 4.997-4,0.000-2.575 1,0.000 0.628 0,0.000 1.271 1,0.000 0.219-1,0.000-0.447-1,0.000-0.820 4,0.000-0.981 3,0.000-0.997-5,0.000-1.175 0,0.000-1.708 17,0.000 1.727-22,0.000-14.391 12,0.000 0.018 0,0.000-0.115-5,0.000-5.486-1,1.725 0.306-3,0.915 2.609 2,-0.265 1.811 0,-0.111 0.600 2,1.377-3.736 1,-1.382 3.619-1,-0.733 0.520-1,-1.927-0.374 1,0.358-2.849 2,0.041 2.744 1,0.008-1.097-2,0.002 1.324-3,-0.006 0.032 1,-0.002-0.384 1,0.000 0.529 2,0.000-0.616-1,0.000-0.083-1,0.000-0.165 1,0.000-0.702 0,0.000 0.884-4,0.000 13.211 6,0.000 1.058-1,0.000-0.262-4,0.000 1.512 0,0.000-0.926 0,0.000-0.232 0,0.000 2.572 2,0.000-3.674 1,0.000 0.405-1,0.000-0.491 0,0.000 4.779-2,0.000-2.681 0,0.000-2.388 2,0.000 0.100 0,0.000 0.551 1,0.000 0.840 2,0.000-0.609-1,0.000 0.496-2,0.000-0.314-1,0.000-0.468 0,0.000 1.940 1,0.000-0.999 0,0.080-0.363 1,5.742-5.427 0,-0.978-7.022 0,-1.063 0.445 0,0.737-5.090-1,-0.520 3.445-2,0.424-0.743 1,-0.014-0.299-1,-0.302 0.015 0,-0.755-0.130 0,-0.454-0.433 0,-0.476-0.172 0,-0.577 0.110 2,0.703-0.744 3,0.646-0.115-2,0.579 0.336-3,1.306-3.873 1,-0.140-0.432 1,-0.454 0.438-2,-0.621 0.957 3,-0.681 1.223-1,-0.522 0.820-2,-0.781 1.969 0,-0.010-2.127-1,-7.480 6.831 8,-0.512 2.746 2,-0.127 7.008 0,1.466 2.750-5,0.019-0.181-8,1.261-1.097 6,1.404-0.948-2,1.087 0.339 2,-1.974 1.782 2,0.663-3.091 0,0.014 0.298-3,0.200-0.166 1,0.302-0.441-1,-0.804 4.502-2,1.185-2.258 3,0.825-2.274 1,0.545 0.875 0,0.450-1.067 1,-0.342 0.151 0,-0.065-12.578-2,0.014 0.226 0,0.000 0.163 0,0.000-1.062 1,0.000-0.489-1,0.000-2.080 0,0.000-3.357-1,0.000 3.325 0,0.000-0.422-2,-0.293 0.475 1,-0.445 1.194 1,-0.501 1.455-1,-2.665-2.621 1,-3.053 3.551 5,-1.689-0.026-1,1.593 1.470-2,0.590 1.018-1,0.488 2.983-1,-0.314 0.846 1,-0.174 1.365 1,-0.658 3.162 3,1.295-1.362-5,-2.625 3.327-1,4.342-2.116 2,0.218 0.781-2,-0.765 1.809 1,-0.114 0.863-1,0.175 0.396 1,0.364 0.049 0,-0.499 2.103 1,0.087-0.399-2,-0.019-1.009 0,0.332-0.072-1,0.209 0.802 6,0.754-0.198-1,0.859-1.287 0,0.623-1.020 0,0.539-1.102-3,-0.105 3.244 1,1.064-3.255 0,0.813 1.499 1,-0.016 0.477 1,-0.244-1.549 1,-0.076-0.003-2,-0.053-0.629-2,-0.066-12.342 1,0.029-0.698 1,0.000 0.328 0,0.801-1.912 0,1.556 2.465-1,0.921-2.111-2,0.462-1.485 0,0.123-0.971-1,1.694-3.616 1,0.238-0.488-2,-0.274 0.352-1,-2.193 6.205 3,0.151 0.577 0,2.386-5.697 7,-0.386-0.654-9,0.892 0.631 5,0.593 0.040 7,-0.012 0.579-11,-0.425 0.909 1,-0.675 0.809 4,-0.808 0.693-4,-0.481-0.119 0,-1.006 1.106-3,-0.905 1.077 10,-0.773 0.980 0,-0.635-0.020-3,-0.478-0.010-1,-0.429 1.087 12,-0.419-2.439-17,-1.605 14.592 7,1.687 2.407-2,0.000 1.479-3,-1.342 7.525-2,-0.713-0.618-12,-0.267 0.697 24,-1.395 2.205-11,-0.546 0.183-6,0.019-1.077 7,-1.057 1.002 1,-0.205-0.567 3,0.334-1.485-5,-0.908-0.195 14,0.092-1.638-15,0.587-2.027 0,0.837-2.084 7,1.169-2.354 1,0.733-0.891-4,0.170 1.180-1,1.344-3.390 6,0.314-0.094 0,0.263-0.094-3,-1.308 4.815-1,-0.376-1.261-2,-0.124-0.179 0,0.357-1.481 1,0.200-0.540 0,0.252-0.574-2,0.269-0.554 0,0.158 1.535 2,0.311-0.169 2,0.262-0.625 0,0.209-0.845-1,0.068 3.596 1,0.316-3.031-4,0.184-0.776 1,0.049-12.553 6,0.992-2.259 1,2.982-3.231-11,-1.427 4.992 5,0.457-0.800-3,0.144-0.365 0,-0.082-0.047 1,-1.093 2.188 1,0.476-2.832 1,0.444-1.324 0,0.390 0.458-4,-0.352 0.979 4,0.608-2.042 4,-0.399 0.490-5,-0.505 0.677 0,0.019-3.019 3,-1.130 2.081-3,-0.505 0.505 1,-0.617 3.657 2,-0.158 0.097-1,-0.082-1.808-2,-0.178-0.033-1,-0.113-6.314 4,-0.187 3.680 0,-0.063 0.427-3,-0.022 1.063 1,-0.005 0.969 0,0.009 0.997-2,0.016 0.935 0,-0.056-3.716 3,0.075 2.273 2,0.051 1.014-1,0.036-0.791-1,0.021-0.411 1,0.008 1.259-1,0.003-0.168 0,-0.003 0.080-2,-0.485 0.330 0,-6.927 6.220 3,-4.748 4.359 0,1.191 2.822-6,4.410-0.977 2,-0.201 1.151 1,0.006 0.861 2,2.164-1.798-3,-2.127 4.330-2,-0.379 1.398 0,-0.201 0.704 0,-3.108 6.682 6,-0.472 0.847-3,0.078-0.939-5,-1.627 3.652 4,0.033 0.027 1,0.611-1.423-6,-0.062-0.857 20,0.954-1.773-21,1.499-2.195 3,4.644-7.677 3,-2.046 5.560 18,0.791-1.313-20,0.531-1.811 6,1.567-2.745 5,0.173 0.641-4,0.668-0.339-5,1.063-2.151 4,0.359-0.084 1,-0.123 2.978-2,0.641-1.397-1,0.486-1.630 7,0.310 1.880-11,1.831-14.572 7,-1.543-1.880-1,0.025-2.227-1,0.002 2.256-3,0.002-1.590 0,0.000-0.862-1,0.000-1.074 0,0.000-1.043 3,0.000-0.407-3,0.000-0.483 0,0.000-5.326 2,0.801 2.207-1,0.615 1.533-2,0.789-0.144 4,3.236-9.826 1,1.423 0.743-6,-0.421 3.174 3,1.463-0.832 1,-0.027 1.707 3,-0.676 2.265-5,-1.019 2.446 11,-1.147 2.350-8,-1.129 2.099-2,0.575 2.016 1,-0.144 2.301 7,-0.475 2.025 5,1.919 0.032-8,-0.670 7.906 0,-5.984 2.696-2,0.873 0.130 0,-3.607 3.392-2,1.138-2.407 0,-0.606 1.531 0,-0.485 1.748 0,0.718-1.664-2,0.051 0.476 1,-2.483 6.747 1,-0.186 0.298-3,0.340-0.734-1,1.257-3.162 6,0.537-0.730-1,0.101 1.568-1,0.793-1.031-2,0.969-3.569 7,0.366-0.804 0,0.312-0.758-2,0.259-0.688-1,0.192 2.231 0,0.231 0.137 1,0.147-0.171-1,0.095-0.547 1,0.043-1.050-2,0.195 3.568-3,-0.085-3.837 3,-0.020 0.138 1,-0.249 0.818 0,-0.042-0.552 8,0.005-13.755-6,0.459-0.556-5,2.588-0.753-1,1.475-0.368 0,3.033-2.374 1,-3.519 5.572 2,0.085-0.329-1,0.475-1.112 0,-0.295-0.191 0,-0.412-0.083 0,1.207-5.338-2,-1.818 1.452 3,-0.817 0.244 0,-0.096 2.564 1,0.155 0.495 0,-0.027 0.514-2,-0.151 0.500 0,0.160-0.453 4,-0.406 1.020-1,0.853-2.947-5,-0.974 1.135 4,-1.769 1.445 1,-0.743 0.159 0,0.541 0.080 0,0.008-0.070 0,0.000 13.588 0,0.000-1.050-1,0.000 1.938-4,0.000-2.295 2,0.000-0.066 0,0.000 0.188 1,1.393-0.334 0,4.640-5.959 1,0.260 0.065 1,-1.897-5.186-1,1.755-6.038-2,-0.905 3.111-2,0.871-0.207 1,0.531-1.276-1,-0.482 0.435 1,-0.812 1.110 0,-0.950 1.432-1,-0.955 1.512 2,0.944-0.975 7,-3.120 12.764-4,-3.155 0.474 0,-2.611 3.786 3,2.095-4.849-6,0.205 0.137-1,-1.030 1.463 0,-0.365 0.729 1,0.076 0.220 1,-1.261 1.322 1,-0.272-0.001-3,0.287-0.635-1,0.596-0.963 3,0.732-1.074 0,0.747-1.047 0,-0.659 4.208-3,1.850-1.214 19,1.113-2.838-19,1.416-12.635 6,-1.037 0.143-1,0.000-0.470-4,0.000-5.586-1,0.000 5.554 2,0.000-3.410-1,0.000 0.362-1,0.000-0.012 2,0.000-1.277 3,0.000 4.830-2,0.000 0.020 1,0.000-4.604-2,0.000 2.492 0,0.000-0.033 2,0.000 1.352-1,0.000 13.502 6,0.000 0.752-4,-0.307-0.747-3,-1.948 3.312-1,0.559-2.707 0,-0.864 0.625-1,-3.161 6.050 1,-0.941 1.393-1,-0.024 0.022 1,2.227-5.509 2,-0.197-0.229-2,-0.641 1.875-2,0.268 0.195 1,-0.045 0.492 0,0.244-0.586 6,0.212-0.795 2,0.183-0.898-4,-0.700 0.916-3,0.825-2.226 0,0.880-2.169 2,-1.017 0.873 1,2.786-13.506 7,1.964 0.004-1,-0.311-0.048-5,0.002-2.743-3,0.001-6.154 0,0.001 1.508-2,0.000-0.542 0,0.447-2.050 0,0.686 0.207 0,0.775 0.999-1,0.317 0.062 2,0.010 0.819 7,-0.181 1.218-8,-0.378 1.171 6,-0.281 0.707 1,-0.284 0.875-7,-0.263 0.919 4,-0.205 0.353 3,-0.215 0.874-3,-0.169 0.737-2,-0.161 0.870 2,-0.324-2.665 1,-0.770 3.147-1,-4.993 6.725 1,-0.157-0.782 0,-0.112 6.101 0,1.471 1.685-1,1.342-0.465-2,1.732-1.178 1,7.635-9.112 1,0.082-4.185 0,0.614-3.026-2,-0.050 0.684-2,0.670-1.258-1,-0.193-0.347 0,-1.668 2.717 1,-0.238 0.763 3,-0.225 0.938-1,-0.205 1.008 0,0.770-1.414 0,-0.899 0.917 2,-0.955 1.185 1,1.032-1.378 9,-3.210 12.640-10,-3.138 4.096 0,-2.909 0.792 0,1.175-5.304-16,-0.642 0.040 24,-1.761 1.234-10,-0.430-0.080 0,0.309-0.723 0,0.725-1.042 1,-2.473 1.889 1,2.275-3.218-2,5.557-10.332 2,-0.143 0.354 0,-5.799 3.179 2,-2.329 2.683 1,-4.493 0.143-5,1.291 0.039-1,-0.845 0.009-2,5.066-0.002 3,-5.680 0.008-1,0.906 0.000-2,1.475 0.001 1,1.704-0.002 2,1.700-0.002 3,-2.566 0.003 1,2.799-0.003-4,0.459-0.169 0,4.191-6.553 7,3.049-0.424 2,2.787-0.286-7,0.461-0.412-3,-0.301-0.438 0,-0.679 1.496 1,0.101 1.548 1,2.662 4.284 1,0.088 1.448-1,1.284-0.505 1,-1.233-0.010 2,-12.364 0.000-1,-1.446 0.011 0,-0.464 4.616-5,1.663 0.045 2,-4.477 1.945-2,2.100-2.320 2,-0.192-0.465-2,0.314-0.621 2,-1.944 2.017-1,4.972-1.975 1,0.410-0.194-1,-4.947 2.345 7,2.537-2.288-4,1.615-3.838-1,6.096-5.541 3,0.580-0.119 0,2.047 0.677-3,1.039 0.537 0,0.969 0.071 0,0.660-0.870-1,0.412-0.035-1,0.227 0.483-1,0.118 0.760 3,0.046 0.869 0,-0.004 0.861-1,4.621-0.679 1,-1.212 1.997 1,-1.708 0.712 0,-2.469-1.915-1,2.034-3.837 3,-1.632 2.031-2,0.319 0.424-3,0.275 0.532 1,0.118 0.646-1,-0.018 0.658 1,-0.098 0.612 1,-0.140 0.535 0,1.298 0.439 1,0.651 0.345 0,0.197 0.258-1,0.006-1.241 1,-0.536-0.608-2,-0.657-0.178-1,-0.674 0.099 3,1.667-0.270 0,2.755 0.091-3,-0.655 0.897 4,-0.378 0.681-1,-0.985 0.535-2,-1.584 0.303 1,1.187 0.169 0,-1.253-0.029 1,0.121-0.074 0,0.908-0.059 0,-0.313 0.125-1,-1.771 3.239 1,-4.422 3.301 0,-1.406 2.295-1,-0.336 0.455-1,-0.123-0.958-1,0.015-1.687 0,-0.288 0.252 1,-1.925-0.973 3,-4.243 4.054 1,1.372-3.613-3,-0.308-0.311-1,0.049-0.713-1,0.267-0.898 0,0.377-0.940 1,-2.460 2.355-2,2.491-0.261 5,0.503-1.216 1,-3.675-0.362 1,0.725-1.481-5,0.182 1.132 1,-4.601 0.883 0,3.101-2.589-1,-0.915-0.365 0,-0.214-0.374 0,0.190-0.425 0,-0.224-0.244 0,0.218-0.208-1,0.494-0.171 0,1.060 0.119 3,-0.152 0.367 0,0.008 0.491-3,-1.337 0.863 0,0.751 0.386 6,0.924 0.232-4,0.972 0.116-2,0.936 0.032 1,-3.440 2.831 1,2.374-0.569 0,0.675-0.579 2,0.330-2.795 2,-0.453-3.754 1,5.192-4.381-4,1.308-0.679 0,0.066-0.735-1,1.247-0.618-1,1.476 1.766 0,0.854 1.488-1,1.461-0.327 1,0.419 3.041 1,0.388 2.369 2,0.003 0.000-1,0.144 0.000 0,2.917-0.224 0,1.227-1.293-3,-0.868-1.500-1,-1.420-1.030 2,-2.385 0.537 0,-0.548-0.017 0,1.150 3.379 3,0.006 0.138-1,1.603 0.010 1,-0.751 0.000 0,-1.075 0.000-1,0.467 0.000-3,0.250 0.000 0,-0.344 0.000 3,0.354 0.000 0,0.052 0.000 0,-0.409 0.000-2,-0.112 0.000 1,-1.055-3.606 0,2.623-1.296 2,0.417 0.803-3,-1.056 1.427-2,-1.350 1.191 2,0.790 0.724 1,0.144 0.880 1,-0.093 0.154 0,0.522-0.161 0,-0.120-0.097-1,0.295-0.026 0,1.438-0.237 1,-2.071-1.373-1,-1.661-1.589-1,-1.110-3.057 1,-4.608 0.242-1,-5.513 6.372 3,-0.032-0.362-1,3.679 5.544 0,2.009 1.095-1,-2.350 0.582-2,-1.298 2.306 0,0.703 0.029 2,0.667 0.819-3,0.776 1.056 2,1.254-4.865 0,0.161 0.479 1,0.087 1.690 1,0.166-0.317-2,0.129-0.623 0,0.095-0.777 1,0.068-0.824-1,0.106 3.869 0,0.077-2.700 5,0.142-13.788 2,-0.322-0.100-1,0.000-0.286-7,0.000-5.670-1,0.000 5.397 2,0.000-0.148-1,0.000 0.043 0,0.000-4.278 0,0.000 1.047 2,0.000 2.312 1,0.000 1.471-1,0.000 0.128 1,0.000 0.345 0,0.000-4.801-1,0.000 1.290-1,0.000 0.389 1,0.000 0.976 2,0.000 1.071-2,0.000-0.337 0,0.000-1.052 5,0.000 2.227-7,0.000 12.724 4,4.270 0.651-1,0.487 4.031-4,-2.727-3.584 1,-0.294 0.600 0,-0.549-0.980 1,0.048 2.799 0,-0.327-0.421-2,-0.275-0.877 1,-0.225-1.085 3,-0.172-1.116 0,-0.101 3.336-1,-0.221-3.166-1,-0.123 0.249 1,0.018 0.784 5,2.642 2.097-1,1.897-2.975-3,-0.342-1.058-2,-0.159 0.918 0,-2.134 0.138 1,5.887-2.373 1,0.661-3.115 2,-1.696-0.985-5,-0.012-0.355 0,2.534 0.064 2,-0.827 0.074 2,-0.572-0.234-2,-1.968-1.553-2,-1.528-2.625 1,-1.745-3.103 3,-1.464-0.669-2,-0.804 1.043-1,-0.487-0.912 0,-0.151 0.713 1,-2.438 1.963 0,-3.179 5.785 2,0.074-0.380 0,-2.387 0.009-1,0.807 0.000-1,0.717 0.000-2,-0.895 0.000 0,0.786 0.000 1,0.247 0.000 2,-0.757 0.000-1,0.525 0.000 1,-0.860-4.215 0,-0.026-2.576-3,2.028-0.412 2,2.157 0.989-2,-1.428-1.625 1,-0.632-1.013 1,1.559 1.704 1,0.990-0.225-2,2.340 1.242 0,1.203 0.012 1,-0.122-1.126 3,-0.211 1.181 0,-0.032-2.221-3,-0.009-1.321 0,-0.003 0.248-3,-0.001 1.036 1,0.002 1.000 2,-0.002-0.948-1,0.006 1.384 2,0.000 0.614 1,0.000-1.011-1,0.000 0.251 4,0.000 14.583-3,0.475-1.007-3,2.751-0.702-1,0.559-0.345-1,0.768 1.719 3,0.092 0.932 0,-0.333 0.336-2,-0.566-0.056 0,-0.664-0.294-2,-0.240 0.990 2,-1.192 0.186 3,-0.470 0.961 0,-0.369 0.452 1,-0.331-0.711-2,-0.244-1.097-1,-0.169-1.248 0,-0.114-1.244-1,-0.211 3.159 1,-0.043-3.231 1,-0.031-0.307 1,0.151 0.495 3,0.230-0.183 1,4.980-2.537-2,1.326-3.976-3,0.950-3.503 0,-2.545-0.774-1,3.929-3.881 0,-3.968 3.725-1,0.103-0.138 0,1.010-1.320 0,-0.682 0.202 1,-0.861 0.334 0,-0.892 0.386 0,1.017-3.836 2,-2.459 2.773 0,-2.180 0.015 1,-0.306-0.014-1,0.529 0.098 0,0.000-1.142 1,0.000-0.578 1,0.000 0.445-3,-0.266-2.090-2,-1.611 1.088 1,-2.099 0.264 0,-0.319-1.555 1,1.176 1.367 1,1.295 1.858-2,0.802-0.537-1,-0.642 1.115 1,-4.772 6.259 5,0.388-0.397-1,-2.540-0.010-2,0.664 0.003-2,1.695 2.978 0,1.233 1.519 0,0.092 1.216 1,-0.684 4.159-1,0.002 1.230-3,-0.004-0.171 0,-0.744 4.352 2,2.596-3.579 1,0.615-0.024-1,-0.992 2.330 6,0.007-0.530-6,0.351-1.217-1,0.530-1.541 5,0.596-1.609 1,0.588-1.519-5,0.535 0.008 0,0.456-0.396 0,0.366-0.609 6,0.094 4.531 6,0.596-2.628-12,0.365-2.087 0,0.118-12.515 3,-0.501-0.309 1,1.192-0.798 0,1.800 0.182 0,0.003-2.476-1,-0.470-2.632-4,-0.690 0.467 0,-0.321-0.155 0,-0.323-0.683 2,-0.296 0.389-1,-0.256 1.018-1,-0.211 1.320 2,-0.164 1.394 4,-0.123 1.324-2,-0.295-2.845-3,-5.896 9.696 6,2.298 4.939 0,-0.544-0.145 1,-1.745 5.370-3,0.008-2.679-4,-1.033 0.140-1,-1.467 2.467 0,-0.187 0.929-1,0.617-0.096 1,1.060-0.720 6,1.245-1.043-4,1.251-1.155-2,-0.189-1.364 1,0.223-1.212 0,-2.876 2.089 10,2.628-3.045-1,1.072 0.674-8,5.681 1.008 0,4.792-4.533 4,-0.340-4.806 0,-1.284-3.959-3,-1.394 1.086 0,0.445-0.317-2,0.262 0.337 0,0.750-0.224 1,0.619-0.091-4,1.905-3.484 4,-3.028 3.502 2,0.125-0.206 0,0.758-2.733 0,-0.617-0.386-2,-0.788 0.216-2,-0.829 0.572 2,-0.763 0.508 3,-0.716 0.647-2,-0.599 0.588-2,-0.542 0.831 1,-0.617-2.914 5,-1.970 2.938-1,-4.557 6.025-1,-0.241 1.376 0,0.185-0.909-1,-1.689 2.454 0,-7.042 5.091-4,3.422 0.253 2,-0.606 1.117-2,1.181 0.130 0,-0.329 1.094-3,0.385 0.444 3,0.860-0.028-1,1.218-1.137 8,0.463-0.812-3,0.733-0.183-4,-1.819 2.464-1,-0.708 1.149 8,0.374-0.280 5,1.334-1.538-9,1.382-1.671-2,1.465-1.809 1,1.393-1.744 1,-0.955 0.582 0,4.536-11.534 5,1.491-0.033-1,1.516-2.637 0,1.601-0.457-1,1.987-1.450-6,-1.215 2.760 1,0.275-0.364 1,0.047 0.184-2,-0.092 0.502 3,-0.174 0.655 1,-0.650 1.292-2,0.072 0.234-1,0.134 0.131 0,0.436-0.239 2,-0.540 0.873 1,1.956-1.637 2,-0.792 2.943-1,-6.040 9.546 1,0.825 0.094 0,-3.809 3.080-2,1.450-2.334-2,-0.468 1.270-1,-0.396 0.643 0,-1.535 2.303-1,-0.498 0.565 0,0.008-0.028 2,0.755-1.505-6,0.438-0.647 6,0.522-0.758 3,0.552-0.794-2,0.159 0.400-2,0.724-1.424 2,0.623-1.360 3,-0.088 2.418 0,1.254-1.610 0,1.331-0.008 0,-0.655 0.217-1,-0.321-0.259 0,1.573-0.811 1,4.609-5.526-3,0.139-0.394 1,1.582 0.121-1,-0.277-0.008 0,-0.585-0.001 0,0.575 0.000-1,-0.308 0.000 0,-0.612 0.030-1,-0.184 0.346 1,-4.510 5.521 3,-1.997 0.231 0,-3.721 0.734-2,-2.610-1.842 0,-2.964-0.444-1,2.292-1.935 0,-1.462 0.110 0,-1.445-0.052 0,-1.720-0.162-2,-1.075-0.238 0,-4.651 0.144-3,-0.885-0.458 3,0.776 0.741 4,7.169-0.993-2,-3.075 0.633-2,0.476-0.071 1,-0.889 0.084 1,0.832-0.278 6,-0.618-0.051-1,2.136-0.444-5,2.175-0.407 1,2.021-0.351 1,-2.267 0.048 1,3.102-0.695-1,-0.230-0.793 0,0.357 0.521 3,-1.252-0.144 1,2.846-4.080-2,5.055-2.397-2,5.277 2.524-1,3.455 3.557 1,-1.133-0.293-3,1.334-2.807-1,-0.640-0.064 2,0.484 0.348 1,0.242 0.796-2,0.051 0.908 1,0.312 0.775 2,0.580 0.557 0,-1.126 0.297-1,-1.829 0.115 0,-0.169 0.038 1,-0.493 0.018-1,-0.656 0.007-1,3.979 0.070 0,-2.063-0.040 0,-0.067-0.044 1,0.815-0.037 3,0.963-0.023-1,0.637-0.010-2,-0.965-0.005-1,-1.500-0.000 0,-1.492 0.001 1,1.083 0.001 0,-0.435 0.002 1,1.770 0.001 0,-0.049 0.000-1,-1.100 0.000 0,-0.322 0.000 0,-0.342 0.000 0,-0.715 0.000 0,0.967 0.000 0,-0.154 0.000 1,-0.600 0.000-1,0.823 0.000 0,1.396 0.000 0,-2.324 0.137 0,0.277 0.536 1,-3.844 4.850-1,-2.953 0.586 0,0.137 1.051 0,-0.770 0.913 1,-3.361-0.064-2,-1.400-2.716 0,-2.782 1.146-1,1.155 0.877 2,0.976-1.304 0,0.505-2.080 0,-2.530-1.280-1,-0.030-2.186 2,-0.870-0.729 0,1.536 0.044-1,-0.097 0.053 1,0.490 0.065-2,0.663 0.051 0,-1.546 0.031 0,1.578 0.025 2,-1.136 0.007 0,0.416-0.008-1,0.742-0.005 1,-2.236 0.000-1,1.228 0.000 0,1.033 0.000 0,-0.918 0.000-2,0.196 0.000 1,-0.186 0.000 2,0.358 0.000 1,-0.704 0.000-2,0.727 0.000 0,-1.886 0.000 0,-1.216 0.000-1,0.993 0.000 0,0.810 0.000 0,0.922 0.000 1,-0.672 0.000 0,0.227 0.000 1,-1.899 0.000 0,3.485 0.000-1,-0.194 0.000-1,0.178 0.000 0,-4.933 0.000 0,1.997 0.000 0,1.593 0.000 1,1.157 0.000 1,-1.898 0.000 0,1.045 0.000 1,0.846 0.000-2,-0.428 0.000 1,-1.801 0.000-1,1.797 0.000-1,-0.299 0.000 0,0.930 0.000 2,-1.199 0.000 1,1.095 0.000-2,-6.769 0.000-3,4.914 0.000 3,-0.326 0.000 0,0.035 0.000-2,0.254 0.000 1,0.369 0.000-2,0.437 0.000 1,0.442 0.000 3,0.408 0.000 1,-3.090 0.000-1,0.743 0.000 1,-0.589 0.000-2,1.286 0.000 1,1.125 0.000-1,0.484 0.000 0,-1.606 0.000 1,1.046 0.000 0,-2.104 0.000 0,2.301 0.000-1,0.056 0.000-1,0.200-0.055 0,-0.266-0.647 0,3.900-4.606 2,3.622-0.679 1,1.112-1.346-1,4.575 1.689-1,-0.568 3.193-1,0.867 0.394 0,2.201 0.379 0,1.912-0.099-1,0.908-0.201-1,0.180-0.255 4,-0.963 0.216-3,0.489 0.074-1,-1.243 0.352 0,0.071 0.140 0,4.942-0.303 1,-5.850 0.821 6,6.440-0.290-3,-0.325 0.301-2,5.531-1.313 1,-3.168-0.353 0,-1.075-0.108-2,-4.448 0.650 4,-1.167 0.179-1,-1.170 0.225-5,-1.107 0.241 2,1.428 0.090-1,-0.398 0.312 9,-0.556 0.272 0,-0.780 0.229-2,-0.868 0.183-2,-0.861 0.140-4,4.402 0.101 0,-1.254 0.202 4,-0.121 0.050 1,3.510-0.032 0,-3.957-0.093-4,0.737-0.011 0,0.839-0.010-1,-0.326-0.010-1,-0.606-0.007 1,0.614-0.006-1,-0.030-0.005 3,-0.419-0.003 3,-1.993-0.002-1,-0.697 0.000 0,-0.712-0.001-3,4.679-0.002-2,-2.100-0.001 5,-3.199-0.001-1,-12.686 0.006-2,0.333 0.000-1,-0.233 0.000 4,-5.275 0.000 7,3.710 0.000-10,-0.514 0.000-1,2.256 0.613 1,-0.606 0.437-1,-2.837 0.777 0,-0.489 0.214-1,-3.327 0.410 4,-0.207-0.185-2,0.556-0.305-1,2.280-0.408 1,-0.144 0.122 2,0.054 0.208-3,0.188 0.259 0,-1.567 0.467 7,0.522-0.134-6,1.511-0.399-2,0.803-0.288 0,0.807-0.306 3,-0.801-0.151 5,0.569-0.368-3,0.880-0.320 0,0.584-0.233-1,0.522-0.177 1,0.853-0.129-1,-5.312-0.108-1,1.314-0.145 1,2.754-0.018 0,0.377-0.011-1,0.291 0.083 0,13.291 0.112 5,0.844-0.017-3,2.824 0.000-4,0.118-0.213 0,2.307-0.348-2,1.599-0.427 1,1.017-0.454 0,5.391-1.838-5,0.632-0.772 13,-0.741-0.195-6,0.925-0.071-16,-1.592 0.494 23,-2.164 0.625-9,-4.308 0.925 0,-1.879 0.466 11,-1.758 0.425-4,-1.571 0.370-7,-1.345 0.311 4,3.887-0.006 6,-4.008 0.658-2,0.767 0.570-1,0.411-0.102 0,0.931 1.574-3,-2.135 1.007 0,3.630 0.909-3,-2.693-1.732 1,2.861 0.188-1,-2.698 0.101 1,4.146 1.421-1,-4.460-1.642 2,2.650 0.548 2,-0.619-0.374-2,-1.004-0.435-2,-1.157-0.437 0,-1.147-0.397 1,3.165 0.186 0,-3.146-0.764 2,-0.747 2.329 2,-5.862 4.152 2,-3.710-2.491-1,-2.363-3.339-4,-3.535 1.621 0,3.869 1.389-1,-0.413 0.180-1,-0.232-0.635 1,-0.697-0.182-1,-0.294-0.318 1,-0.005-0.395 0,-1.431-0.083 0,0.022-0.584 0,0.802-0.596-1,0.504-0.427 0,0.574-0.360 3,0.582-0.292 1,-2.865-0.093-1,2.475-0.379 0,0.472-0.124-1,0.613-0.072 2,-4.153-0.201 0,2.171 0.029-3,1.904 0.090 0,-0.673 0.060 2,-0.336 0.057 1,2.421-3.622-1,5.067-2.957 1,5.000 2.508-1,2.201 3.021 0,3.957-3.602-3,-4.939 1.184-2,-0.145 0.001 3,0.356-0.028 0,0.310 0.149 0,0.266 0.269-1,1.839-0.496 1,-0.423 0.224 0,-0.664 0.161 2,-0.772 0.109-1,-0.783 0.068 0,-0.623-0.223-1,2.358-3.309 1,-3.987-0.029 2,1.607 1.327 1,2.118 1.613 3,3.168 1.436-7,-1.616 2.213-1,0.126 2.296 2,-3.698 0.103-1,-0.336 0.130 0,4.397 1.912 0,-1.690-1.335 1,-1.683-1.310 1,1.103-0.796 0,-1.201-0.923-1,2.775-0.207 1,-1.769 0.080 0,-0.439 0.045-1,-0.741 0.262-1,-0.529 1.319 0,-0.219 1.513 1,-0.226 1.059 1,-0.024 0.952-1,-3.606 0.798 0,-1.788 0.308 1,-0.016-0.010-1,8.559-5.774 2,-1.643-3.225 0,-0.512-3.448-3,-2.076-0.121-4,-0.951 0.275 5,-0.115-1.238-1,4.001-10.076-3,0.806-2.824-1,-0.183-0.513 2,-1.169-0.500 1,-0.930-0.207-3,-2.681 8.923 2,-0.372 0.365-2,0.981-9.488 12,-1.018 1.367-7,-0.853 2.072-5,-0.731 2.612 12,-0.617 3.123-5,-0.476 2.991-2,-0.350 2.650-2,-0.971-0.730 1,-5.263 8.109 7,0.450 1.270 1,-0.579-1.790-2,-0.424 0.034-1,-1.461 1.388-2,-1.311 0.749-4,-0.359 0.294-1,0.266-0.012 2,2.941 0.113-3,1.154-0.032 4,0.129 0.123 0,-0.002 0.574-2,-0.101 0.315 2,-1.957 1.179 3,-0.233-0.156-1,-1.225 1.967-2,0.501 0.576-2,0.699 0.129 1,0.765-0.156 2,0.739-0.346 0,1.252-1.054-3,1.197-1.144 0,-1.145 1.331 0,-0.562-3.826 5,-0.498-2.099 0,2.138-4.782 1,3.978-3.636 0,0.153 2.042-3,0.024-0.841-2,0.009-6.047-2,0.024 2.186-1,0.006-0.423 1,0.006-0.408 3,0.002-0.076 0,0.000 0.431-4,-0.001 0.748 1,-0.001 1.860 2,0.000 0.620 4,-0.002 0.573-2,-0.053-1.478-3,-0.084 1.721 1,-0.406-2.621 6,-0.838 4.182-2,-4.729 7.528-1,0.006-1.187 1,0.030 4.309-1,-3.182 5.610 0,4.525-3.056-4,0.508 0.186 0,0.663-0.287 0,0.702-0.558 0,0.670-0.679 1,-0.972 4.032-1,-1.145-0.856 1,-0.756-0.404 5,1.167-1.054-1,1.503-0.900-2,1.252-0.350 0,0.678 1.072-1,0.385 0.106 1,0.173-0.457 0,0.395-0.648-2,4.131-0.076 0,8.711-4.292 4,-4.475-1.473-4,2.254-0.230-1,1.396-0.148-1,0.390-0.103-1,-2.230-0.050 4,2.472-0.051 0,-0.899-0.025-4,-1.281-0.009 1,-1.430 0.004 2,-1.422 0.009 4,-1.312 0.013-1,3.054-0.047-3,-16.589 0.047 1,0.249 0.088 3,-2.566-0.005 4,1.785 0.000-3,-5.132 0.000-6,4.316 0.000 0,-4.436 0.000-1,-1.027 0.000 1,-6.603 0.000-2,0.876 0.000-1,2.307 0.000 1,2.965 0.000 0,3.105 0.000 5,2.913 0.000 5,-0.805 0.000-8,15.904 0.000 4,2.715 0.000 4,0.654-1.805 5,-4.672-1.307-10,-0.009-0.891-3,-0.143-0.560 2,-0.979 0.336-1,1.972-2.951-1,-3.366 0.724 0,-9.747 3.838 7,-1.360 2.992-1,-3.827 1.184-5,-5.628 0.744-2,-3.417 0.265-1,8.059-0.717-1,-15.002 4.490-2,-2.595 1.616-2,0.148 0.448 2,5.136-1.893 10,-0.204-0.458-6,6.870-1.434-2,-10.814 2.915-2,6.948-1.931 1,-4.864 1.080 13,4.803-1.258-2,5.037-1.249 1,4.720-1.127-3,4.102-0.953 7,0.991-0.009-15,16.050-2.252 11,4.354-0.288 4,-5.071 0.264-4,-1.169 0.063-5,4.376-0.826-4,-2.537-0.398 1,1.093-0.274-1,-1.835 0.339 5,1.982-0.239-1,0.448 0.037-2,-1.506-0.179-1,10.057-4.220 0,-4.073-0.053 0,-1.896 0.133 1,-2.231 0.627 3,-2.257 0.885-2,-2.092 0.974-2,1.214-0.569 1,-7.052 9.918 2,-5.830-2.052 4,-0.775-3.091 10,12.253-0.942-14,0.215 0.035 0,4.254-4.888-4,-4.279 0.884 0,0.877-1.111 2,0.121-0.565-1,-0.094-0.344-1,-0.619 0.181 1,-1.123 0.697 1,-1.243 0.876 1,0.774-1.630-1,-10.769 2.401 7,-2.311 4.079-2,-0.765-0.519-3,-1.444-0.041-1,-0.194-0.010-2,1.759-0.002 0,16.011-0.010 4,-0.033 0.021 0,0.280-3.802 0,-2.341 0.020-3,4.684-2.081-1,0.067-0.001-1,0.624-0.318 0,-0.056 0.320 2,-0.855 0.549 0,-1.792 0.917-2,-1.994 0.944 3,0.288-0.934 1,-13.837 2.193 2,-0.570 2.744 2,0.809-0.305-2,-2.541 0.347-3,1.497 1.052-1,-1.509 0.991-1,-4.193 1.725-2,-1.950 0.849 0,-0.724 0.314 1,0.168-0.077-1,-4.307 2.357 1,2.076-0.233 0,2.969-0.869-2,3.258-1.181 1,3.148-1.270 19,2.811-1.212-16,-0.102 0.000-1,11.733-7.268 3,-0.024 0.150 1,3.225-0.085 3,3.008 0.179 6,-4.627 1.755-38,0.624 0.046 53,-1.280 0.293-28,0.324-0.363 0,2.034-0.959 0,-0.067-0.021 2,-0.294 0.177 0,-0.429 0.304 0,0.820-0.467-1,-0.556-0.179 0,-0.512-0.299 1,-1.202 0.242 0,2.415-2.309 2,-3.954 0.693 1,-10.456 3.125 0,-4.129 2.285 2,4.011-0.255-6,-15.765 1.280-4,-5.143 0.674-1,-3.194 0.295 0,-0.878 0.514-3,-2.326 0.448 0,-0.063 0.136-1,1.514-0.090 1,-5.912 0.677 14,2.228 0.176-9,3.662 0.222-5,3.665 0.030 5,5.777-0.489 31,5.572-0.626-10,4.990-0.661-31,4.219-0.628 0,1.617 0.461 13,12.793-1.329 7,2.290-1.514 5,-1.122-0.052-2,-1.357 0.171-1,1.283 0.139-1,1.658-0.331-2,-2.112-0.655-3,-0.864-0.395-3,7.107-2.308-1,-1.416-0.416-56,-0.633 0.038 61,0.858-0.214 1,12.605-6.052 34,-3.621 0.647-41,-1.733 0.469 0,-2.646 1.129 1,-3.007 1.451 1,-2.995 1.535 1,-2.742 1.467-2,-2.368 1.305-1,0.394 0.670 3,-9.407 8.001 0,-6.090-2.484 18,-2.041 0.468-31,-0.416 0.324 35,-20.527 8.230-30,-3.051 0.883 3,-1.765 0.157-5,5.714-1.397 3,1.311 0.281-2,5.080-1.486 1,2.041-0.203 1,-2.702 2.301 0,4.976-1.794 28,4.880-2.053-24,4.428-2.048 4,3.785-1.876 4,0.957 0.994 0,13.391-4.339 1,2.394-2.891 5,0.626 0.215-1,1.147 0.034-2,4.314-0.728-12,4.159-0.503-2,2.295-0.262 5,0.878-0.080-2,8.487-3.178-5,0.991-1.819-3,-1.334-1.043 3,0.197-1.326 6,-1.338-0.160 8,-2.226 0.599-13,-3.438-0.211 0,-3.008 0.002 26,-4.681 1.143-24,-4.339 1.373 2,-3.761 1.400 12,-3.093 1.300-4,-2.093-1.862 2,-10.275 5.238-4,1.362 1.416 1,-1.944-0.152 1,0.582 1.687 0,0.736 0.440-1,-2.048 0.546-5,-4.983 2.385-2,-2.054 0.557-2,4.628-1.649 2,0.342 0.328-1,-5.927 4.436 1,1.362 0.232 1,2.081-0.663 1,2.338-1.150 4,2.289-1.346-3,2.062-1.351 0,1.745-1.233-25,-0.905 0.971 48,0.693-1.242-25,-0.788-1.305 0,-0.544 0.677 0,-4.318 2.426 1,0.873-0.037 8,-4.228 2.481 3,-7.950 3.542-10,-3.408 1.345-8,-0.896 0.202-1,-6.705 1.382 10,-2.766 0.567-12,-0.110 0.020 5,0.823-0.777 15,1.358-0.942-21,3.032-1.579 3,3.884-1.870 1,7.392-3.188 33,-1.131-0.061-30,3.877-1.440 0,3.701-1.159 2,3.318-0.894 20,2.829-0.659 1,-0.325 1.186-17,9.052 2.201 0,6.962-5.691 4,0.000-1.452 3,1.451-0.438-8,5.165-3.538-5,2.520-1.952 0,0.742-0.801-37,-0.484 0.011 80,-6.497 3.191-40,10.101-3.674-5,-3.746 1.564 2,0.379-0.150-2,-4.535 1.914 12,4.925-2.117 2,4.872-2.966-12,-5.039 2.087 2,6.165-3.364 1,-1.681 0.588 7,-2.511 1.284-6,-1.419 0.181 4,-2.046 0.910-2,-2.267 1.284-5,0.640 1.406 19,-0.475 1.362-19,-1.119 1.224 8,0.011 0.726 1,-1.021 0.402-8,-1.455 0.146-1,-1.598-0.026 7,-1.545-0.126 1,-1.663 0.177-6,2.161-0.915 0,-5.623 8.666 11,-4.913 1.063-3,-4.163-2.109-6,-2.488 0.968-1,-1.907 0.595-1,-1.175 0.032 0,-3.074 1.970-3,-1.184 0.628 0,-0.131-0.152-1,-4.336 1.808 4,-0.062-0.532 4,1.197-1.164-9,0.459 0.163 7,2.193-0.859 4,2.758-1.265-7,2.860-1.402 6,2.668-1.359 6,2.315-1.215-11,-0.342 0.020 1,8.434-8.550 2,-2.546-0.559 0,4.059-0.755 2,4.331 1.290 3,1.602-1.531-1,-0.518 0.090-8,-0.196-0.028 0,-0.743 0.422 0,-1.018 0.668 2,-1.101 0.760 1,-1.061 0.754-2,2.588-2.585-1,-3.914 2.567 2,-10.169 1.708 13,-6.554 6.069-4,4.577-1.222-11,-1.215 1.139 0,-0.344 0.836 1,0.281 0.583-2,0.699 0.375 2,-1.103 0.480 1,0.110-0.347 3,0.335-0.555-5,3.258-1.428 1,-4.539 2.631 8,1.248-0.370-7,1.686-0.682-1,1.806-0.815 3,-0.980 1.417 3,14.111-2.123-2,2.116-5.232-1,3.523-2.948-1,-3.128 0.769-1,0.888-0.699 0,0.222-0.427 0,10.471-6.781-5,-4.441 1.973 0,-1.196 0.952 3,-0.935 0.280 4,-1.682 0.423 0,-1.119 0.276-5,-2.561 1.524 3,-2.380 1.598 5,-2.058 1.499 3,0.228 0.018-11,-6.612 10.263 11,0.728 0.119-1,-0.325-0.004-3,-2.790-0.419 0,-0.546 1.352-3,1.199-0.895-3,2.214 0.033 3,7.282-5.959 1,-0.301-3.626 2,-0.047-2.626-3,5.198-2.750-2,-1.608 1.187 0,1.556-0.832-2,0.987-1.426 1,0.535-0.981-2,3.588-3.791 1,-1.959 0.935 0,-2.627 1.671 2,-2.818 1.984 3,-2.701 2.010-2,-2.403 1.859-1,-1.984-1.004 3,-7.626 3.884 2,-0.653 2.951 0,-2.674 0.326 1,-7.036 0.736 8,1.766 0.604-15,0.606 0.704 2,-14.356 2.051-5,-4.531 0.323-4,-0.961-0.225 6,-5.191-0.539 0,-0.405-0.691-7,2.575-0.725 0,4.327-0.765 30,5.718-0.765-27,5.792-0.680 2,5.342-0.567 2,4.608-0.451 0,3.763-0.341 6,0.746-1.368 2,9.403-4.297 9,3.623 0.457 0,5.773-2.843-5,-1.875 0.481-1,0.913-1.066-5,-4.851 4.131-4,0.136 0.170 0,4.835-3.215-1,0.061 0.118 0,1.016-0.995-1,-0.768 0.468 9,-1.434 1.070-4,-1.734 1.360-2,-1.775 1.426 2,-1.659 1.352 1,1.046-0.075-3,-5.251 10.467 2,2.233-1.065 4,3.070-5.568 0,1.617-0.376 1,1.649 0.046-7,2.789 0.010-1,1.890 0.002-1,7.114 0.003-3,1.794 0.004 0,-0.382 0.006-1,-10.164 0.006 4,8.906 0.130 7,-2.990 0.202-9,-3.469 0.225 1,-3.444 0.215 1,-3.114 0.193 10,1.060 1.407 1,-6.620 3.316-7,-6.210 2.732 3,-6.875 0.501 9,-0.180-2.254-14,-1.322 0.058-2,-7.316 3.664-3,-3.362 1.387-1,-0.642-0.132 5,5.017-2.703 2,4.258-1.936-4,-9.934 4.796-3,4.737-2.861 0,5.240-2.248 4,-8.215 3.936 10,9.113-4.650-4,-3.587 1.148-4,0.857-0.934 1,-3.123 0.382 5,3.142-1.775-2,3.264-1.576-1,3.057-1.317-2,2.660-1.043 0,-0.449-1.282 0,6.998-6.518 4,4.105 0.138 1,1.793 3.621-3,2.697-1.180 0,1.626-0.798-1,0.798-0.492 0,4.795-2.724-5,1.053-0.905 0,-0.177-0.313-2,-0.800 0.112 3,-2.359 1.110 6,-2.660 1.367-5,-2.635 1.417-1,-2.406 1.334 1,0.006-0.927 3,-16.604 4.068 13,2.482 2.637-9,-1.917 0.795 1,0.808-0.412-8,-7.095 1.850-4,-5.061 1.408 1,-3.373 1.026 3,-3.184 0.440-3,-1.343-0.000-2,3.415-0.761 0,0.145 0.146-1,-0.779-0.109 1,-0.217-0.293-1,-8.818 0.904 9,0.851-0.859-2,5.166-1.356 6,0.766-0.719 1,-5.633-0.053-14,5.036-1.018 13,5.643-0.835-7,5.562-0.656 15,5.062-0.491 0,4.337-0.348-20,0.917-0.421 1,16.845-1.324 12,-2.282 0.588-1,1.694-0.593 1,4.094-1.294 1,1.522-1.089 0,-2.998 0.410-10,1.091-0.453 0,2.970-0.825 1,1.794-0.756 1,7.377-1.821-2,-9.101 2.605 2,0.905-0.149-4,6.622-1.625 6,-5.285 1.402-4,7.033-1.813-1,6.887-1.334 1,-24.965 6.685 3,30.521-7.416-3,-0.390 0.534 3,-2.813 1.042-3,-2.527 1.481 9,-3.526 1.378-11,-4.394 1.318-2,-4.588 1.178 3,-4.344 0.994 27,-3.843 0.803-23,-3.227 0.617-2,-0.055 1.518 2,-8.242 5.134 0,-4.509 1.560 5,0.814-1.991 7,-0.405 0.949 1,-2.798 1.116-16,-2.700 1.370-1,-1.736 0.422-1,-0.978-0.260 4,-7.262 4.865-2,-1.590 1.261-5,0.631 0.003 0,4.076-4.014 12,4.777-3.239-2,-10.921 6.221-10,1.259-2.126 0,4.338-1.963 13,1.821-0.553 5,3.681-1.876-8,3.486-1.903-3,3.061-1.751 15,0.897 0.812-17,11.871-4.027 6,0.681-2.243 1,2.065 0.108 0,2.206 0.011 0,-2.907-0.124-7,0.501-0.382 1,-2.591 0.143 0,10.164-2.228-3,2.583-1.360 0,8.708-2.260 0,-10.176 2.497 5,8.891-2.093-4,10.496-1.917-4,-6.884 1.819-1,-7.260 1.802 9,15.563-2.061 0,-15.987 2.955-4,6.542-0.484-1,6.500-0.191 3,-5.740 1.124 7,-6.269 0.951-4,-6.046 0.761 3,-5.380 0.580 13,-4.508 0.419-23,-18.371 5.879 15,-0.717-1.660-3,2.838-0.800-1,-4.873 1.692 2,-7.131 2.837-13,6.996-2.441 2,-11.885 5.624-2,9.743-4.099 5,-7.414 2.218-2,-2.079 0.370-2,-1.050-0.172 1,13.017-4.501 3,-21.213 7.481 1,3.457-1.241-4,4.840-1.785-1,5.288-1.969 3,5.116-1.920 3,4.587-1.728 9,3.872-1.463-13,12.907-8.877 7,-0.182 3.634 1,3.058-1.426 13,4.130-1.594-9,8.011-2.882-14,-6.810 3.157 1,7.574-3.184 0,-15.881 6.819 2,37.297-16.272-10,5.437-2.124 5,0.251 0.431-1,-7.071 2.657 1,-3.633 1.461-2,-4.624 2.038 0,-4.970 2.284 1,-2.290 0.492-1,-4.710 1.787 45,-4.462 1.871-40,-3.961 1.781 22,-3.338 1.585-3,-2.688 1.339-14,1.164-0.049-3,-1.083-0.331 11,2.126-0.359 1,0.493 2.164-6,2.048 0.168-5,3.194 0.147-3,0.730 0.260-1,-0.373 0.247 1,0.321-0.256 0,-0.624-0.543 6,-1.148-0.677-4,-2.304-0.056 2,-1.587 0.044 6,-1.556 0.197-8,-1.422 0.280 1,3.316-0.875 2,-3.435 0.894 2,-0.862-1.077 0,1.874-1.795 0,0.503 0.649 0,-0.791 1.366-3,-1.122 1.103 0,1.081 0.659 0,0.086 0.909 0,0.580 0.175 1,0.899-0.074 0,1.916-0.055-2,-3.373-0.044-1,0.349-0.008 2,-0.039-0.005 0,-0.300-0.005-1,0.113-0.003-1,-0.653-0.004 0,-0.679-0.002 0,4.394-0.003 1,-2.240-3.487 4,-2.587-1.316 3,-0.339-0.842-4,0.320 2.201-3,2.431 3.301 0,2.726 0.279 4,0.189 0.025-5,-1.609-0.037 0,-2.811 0.214 1,-0.080 3.782 1,-0.220 0.616 2,-0.000-0.709 0,0.542-0.692-3,-0.761-2.272 0,0.494-1.515 0,0.748 0.401 2,-2.596-4.753 1,-1.548-3.786 0,-1.077-0.687-4,-1.087 1.993 1,-0.661 0.507-1,-0.871 0.620 1,-1.023 0.120 0,-5.502 4.967 5,-4.211 0.939-1,1.695 3.206-5,1.496 1.110 0,-0.027 0.482 1,0.387-0.064 1,0.614-0.402-2,0.712-0.582 0,-0.100 0.554-1,-0.242 0.546 1,0.012 0.311 3,0.180 0.137 2,0.108-0.008 0,0.591-0.561-4,0.642-0.695-1,-3.230 1.730 0,1.961-2.502 3,-1.120-1.516 1,1.173-1.790 0,0.263-0.359 1,-0.500 0.076-1,0.500 0.356-2,-0.477 0.128 1,-0.815-0.023-1,0.887 0.475 0,1.337 6.653 1,3.224 3.552-2,0.930 0.799-1,-0.865-3.752 0,-2.389 2.282 1,0.112-0.416 4,0.837-0.856-4,-0.392-0.317-1,-2.043 0.549 2,-0.895-1.139 3,-1.142-1.250-5,0.357 0.767 3,0.842-1.460-1,0.890-2.030-1,-1.177-0.875 0,2.365 1.173 2,4.777 2.397 1,-0.157 0.195 0,-0.212 0.077-1,0.004 0.208-1,-0.441-0.372-1,-2.588 1.633 1,-3.096 0.139-2,-3.496-0.357 0,3.629-2.641 2,0.228 0.519 0,-0.865 1.370-2,0.053 0.149 0,0.557-0.552 0,0.816-0.934 2,0.904-1.087 0,-1.753 1.736 1,0.890-2.258-2,-1.045-5.895 0,-1.918 1.565 0,-1.420-0.045 4,-2.814-0.002 0,0.570 0.000-2,3.641 0.000-2,-0.686 0.000 0,-4.338 0.000 3,3.581 0.000-5,-0.734 0.000 1,2.339 0.000 1,-0.205 0.000 1,-6.645 0.000 0,0.631 0.000-5,1.133 0.000 6,-1.502 0.000-1,-0.150 0.000-1,0.694 0.000 3,-1.692 0.000 2,-0.170 0.000-9,0.778 0.000 2,-0.151 0.000 10,0.710 0.000-11,1.184 0.000 0,1.911 0.000 6,-0.177 0.000 3,0.270 0.000-8,0.568 0.000 4,-2.162 0.000 3,0.374 0.000-7,0.749 0.000-1,2.528 0.000 4,0.790 0.000 4,0.776 0.000-2,0.725 0.000-4,-1.077 0.000 0,0.091 0.000 5,0.309 0.000 0,0.435 0.000-1,0.638 0.000 0,-0.299 0.000-3,-0.140 0.000-1,-2.413 0.000 2,0.284 0.000 2,0.470 0.000-3,0.784 0.000-1,0.910 0.000 1,0.914 0.000 2,-3.725 0.000 0,3.645 0.000 0,-0.901 0.000 0,-4.835 0.000 2,5.206 0.000-2,-0.089 0.000-2,0.068 0.000-1,0.162 0.000 1,0.203 0.000 0,-5.013 0.000 1,2.111 0.000 2,1.753 0.000-2,1.159 0.000 1,-2.132 0.000 0,-0.400 0.000 0,-1.565 0.000 0,1.767 0.000-1,-0.862 0.000-2,-1.628 0.000-1,-0.540 0.000 1,0.175 0.000-1,1.954 0.000 2,0.013 0.000 3,0.292 0.000-3,0.471 0.000-2,-3.301 0.000 6,-0.641 0.000-3,0.114 0.000-2,-0.246 0.000 6,0.203 0.000-6,0.474 0.000-2,-2.738 0.000 3,-0.378 0.000 5,0.604 0.000-4,1.134 0.000 1,1.363 0.000-3,1.390 0.000-1,1.790 0.000 0,1.689 0.000 4,-2.838 0.000 4,2.886 0.000-2,1.140 0.000-1,1.056-5.276 2,4.656-1.084-1,0.384-1.041-1,0.131-1.741-3,1.652 2.144 0,1.362-1.861 0,1.066-0.932-1,7.182-5.175-1,4.259-2.007-4,2.269-0.287 6,-0.022 2.192-4,6.253-2.998-3,1.314-0.049 0,4.859-2.871 18,0.598 0.137-16,-2.031 1.939-4,-3.436 2.858 13,-9.211 5.245-3,-1.994 0.750-4,-1.685 0.632-1,0.740-1.378 1,-2.077 1.005 35,-1.731 0.947-28,-3.990 3.994-3,3.287-2.389 1,-1.378 1.445 0,-1.469 1.300 3,1.821-1.419 0,-3.374 1.705-3,-5.735-2.268-1,7.028 2.305 3,3.352-0.594 2,0.657 0.399-7,1.749-0.491-2,-4.927 1.564 3,-0.637 0.191 1,2.809-1.610 2,-3.208 2.013-3,-10.138 7.637 3,-0.196-0.309-1,0.335-0.091 0,-2.057 2.101-2,1.762-1.739 1,-4.720 3.345-2,3.300-3.193 0,-3.844 2.171-1,-1.246 0.570 1,-1.905 1.463 2,-1.159 0.693-5,-0.292-0.071 4,4.387-2.873-1,-5.998 3.707-1,-0.515-0.020 2,0.312-0.581-5,0.875-0.943 4,-2.420 1.633 9,1.166-0.367-10,1.603-0.586-2,1.087-0.372 13,2.940-1.740-3,2.839-1.795 3,2.521-1.666-15,-0.093 0.214 0,10.863-8.366 13,-0.069-0.656 0,-0.337-0.165 1,1.068-2.894-3,-0.532 2.648-2,2.085-1.919-3,1.296-1.189 0,0.686-0.626-3,3.178-3.921 0,0.539-0.602-2,-0.174 0.588 2,0.609-0.364-1,-0.185 0.307 9,-0.682 0.711-8,-0.472 0.422 4,-2.159 2.005 5,-2.241 2.061-5,-2.097 1.912-2,0.192-0.921 1,-12.682 5.921 10,1.231 1.404-3,-0.930-0.241-2,-0.418 2.284-1,-2.555 0.658-4,3.909-0.990 0,0.382 0.002 0,-0.375 0.146 0,-3.708 2.783-1,-0.011 0.384 1,0.356-0.254 1,0.524-0.627-1,0.582-0.803 0,0.569-0.846 0,0.816-0.746-1,-3.075 0.485 5,3.060-1.790-1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24T21:31:19"/>
    </inkml:context>
    <inkml:brush xml:id="br0">
      <inkml:brushProperty name="width" value="0.0529194456206428" units="cm"/>
      <inkml:brushProperty name="height" value="0.0529194456206428" units="cm"/>
      <inkml:brushProperty name="color" value="#f9fbf8"/>
      <inkml:brushProperty name="ignorePressure" value="0"/>
    </inkml:brush>
  </inkml:definitions>
  <inkml:trace contextRef="#ctx0" brushRef="#br0">18413.000 10525.000 767,'-6.014'0.000'0,"-0.034"0.000"0,-1.560 0.000-5,-2.718 1.252 4,-1.157 2.979-2,2.739-1.327 1,-0.812 0.499 0,0.300 0.471 1,-2.279-0.035 2,-0.915-0.344-3,0.009-0.504-1,-3.590 0.864 5,-1.317 0.207-7,0.198-0.210 5,0.564 0.612 1,0.269 0.217-6,6.372-1.945 2,-0.082-0.132 1,-10.879 2.825 5,-1.096 0.037-4,0.218-0.435 4,-0.804 1.210-5,1.397 0.697-3,2.636 0.322 0,-1.486-0.408 8,0.289-0.827 0,1.360-1.013-3,4.394-1.469 4,1.201-0.288-3,1.516-0.160-4,1.650-0.064 1,-1.398 0.517 2,1.839-0.515 9,1.997-0.578-9,-1.655 0.815 11,15.184-1.856-10,0.267-1.579 1,-0.593 0.185-1,0.053-0.016 1,0.157-2.129-2,-0.608-1.159 0,0.327 0.113-2,1.930-0.638 0,2.182-0.675 0,-1.453 0.969 0,10.248-3.593-3,1.921-0.277-6,0.118 0.368 13,2.968-1.038-6,-0.552 0.324 1,-1.818 0.849-2,-2.294 0.952 6,-3.355 1.235 5,-3.295 1.162-8,-2.967 1.019-2,-2.499 0.838 3,1.556 0.123 10,-2.360 1.783-2,-12.421 1.050 1,0.136-1.299 0,-3.800 0.003-5,1.937 0.013-5,-4.947 0.000-1,-2.126 0.001-1,-0.528 0.001 1,-0.903 0.000 0,0.371 0.001 0,1.124 0.000-1,6.677 0.000 2,-5.068 0.000 5,-0.555 0.000-2,0.070 0.000-1,-2.892 0.000 6,-0.858 0.000-10,0.213 0.000 0,0.920 0.000 2,5.748 0.000 6,0.282 0.000-5,0.269 0.000-2,0.027 0.000 0,-0.134 0.000 0,-5.233 0.000 4,0.318 0.000 9,-0.925 0.000-11,1.037 0.000 2,0.787 0.000-3,2.068 0.000 1,2.067 0.000 1,1.894 0.000 2,1.627 0.000-1,-2.259 0.000 2,2.550 0.000-1,-0.137 0.000 1,-2.007 0.000 2,1.062 0.000-4,0.803 0.000-2,2.545-5.054 3,3.359-1.389-1,0.565 0.094 1,0.208-1.071-4,-0.052 1.084 1,1.145 0.432 1,3.823-0.145 0,2.241 0.291 1,4.574-1.660-4,2.889-0.516-2,1.595 0.255 2,5.518-1.554-1,1.342-0.316-1,-0.672 0.158-3,2.836-0.539 12,0.570 0.499-9,-0.872 1.098-3,0.600 0.900 22,-1.306 0.702-23,-2.373 0.522 3,-3.302 0.395 12,-3.603 0.282 2,-3.483 0.193-14,-3.186 0.564 4,-2.737 0.749 10,-0.503-1.669-1,-10.669 1.282-1,-1.188 5.143 0,0.067-0.254-1,-7.214-0.467-5,-0.327-0.013-3,-2.755-0.001 0,-12.440 0.000-5,-5.433 0.001-2,-1.354-0.001 3,15.598 0.003 9,-0.493 0.000-7,-17.224-0.001-5,-0.488 0.001-1,-10.362 0.000 20,-1.626 0.001-10,2.298 0.000-9,-1.008 1.341 14,2.573 0.714-14,4.560 0.267-2,6.131 0.208 44,6.582 0.154-41,6.313 0.107 3,5.613 0.069 1,4.714 0.042 7,3.767 0.019 10,3.075-0.142-3,1.335 1.521-1,11.394-0.296-6,0.635-3.999 14,1.681 0.144 0,-1.370 1.000-17,1.975 0.835-1,4.986 1.605-3,2.683 0.726 1,0.939 0.102-1,-0.216-0.296 4,-3.226-0.968-1,-0.817-0.446-1,-3.618-0.881-1,-0.458-0.275 2,0.739-0.121-1,-0.716-0.310 6,-0.722-0.275 5,8.741 0.102-2,-4.408-0.652-5,-0.609-0.203 1,-3.305-0.101-1,-0.764-0.059-3,-0.769-0.035 0,-0.736-0.020 0,0.458-0.032-1,-0.677 0.006 6,-0.537 0.014 0,4.384-0.071 1,-1.894 0.075-1,-1.535 0.062-3,-0.590 0.041 1,1.352 0.022 0,4.091 0.015-1,-4.425-0.002 0,0.401 0.000-1,2.769-0.001 0,1.999 0.000-2,0.100-0.001 1,3.954-0.001 3,0.932-0.001-6,-0.460 0.000 3,-11.053-0.002 3,8.795 0.001-3,-0.240-0.001 0,-0.809 0.000-2,-1.144 0.000 5,-1.907 0.000 6,-1.202 0.000-8,-1.155 0.000-1,-1.061 0.000 0,0.223 0.000 26,-1.949 0.000-30,1.000 0.000-1,-13.217 0.000 13,-3.051 0.000 1,3.098 0.000-9,-1.226 0.000 0,-2.762 0.000-1,-1.909 0.000 0,-4.021 0.000-1,0.328 0.801 3,-1.683 0.533-1,-1.960 1.117-2,-1.263 0.681 2,-4.748 0.817-5,-0.199 0.053 3,1.148-0.203-1,1.992-0.365 7,0.273-0.067-9,4.288-0.646 11,4.275-0.619 15,3.930-0.556-30,3.401-0.470 4,15.098-0.215 17,-2.667-1.119-3,2.922 0.108 3,-2.084 0.093-6,2.420 0.011-2,4.007 0.010-4,3.399 0.010-3,-2.404 0.010 1,9.027 0.002-1,0.291 0.005 1,2.152 0.004-1,6.190 0.003-4,9.607 0.003 3,4.510 0.004-1,-2.924 0.001 1,-5.543 0.000-3,-6.691-0.001 13,-6.838 0.000 1,-6.355 0.000-4,-5.528-0.001-1,-4.553-0.001-2,-18.919 0.001 6,-0.093-0.004 30,4.124 0.000-18,-0.631 0.000-18,-4.688 0.000-1,2.366 0.000 0,-0.522 0.000 0,-1.467 0.212 1,-1.269 0.373 3,-14.323 1.158-7,-2.718 0.363 2,0.941 0.645 1,-1.392 0.521-4,0.218 0.186 2,1.324-0.054 0,-2.985 0.467 1,5.149-0.521 8,5.518-0.597-11,5.295-0.595 3,4.729-0.545 27,3.992-0.469-41,1.347 0.071 6,20.264-1.159 42,-1.972-0.191-11,1.597 0.004-11,-5.160 0.062-10,0.867 0.006-1,7.254-0.016-1,1.487 0.012-2,0.313 0.014 8,3.023 0.006-4,-0.218 0.014-3,-1.112 0.010 4,-1.611 0.010-5,-1.194 0.006 10,-3.776 0.005 20,-3.771 0.004-30,-3.424 0.002 2,-14.051 0.019 9,-2.205-0.021 1,3.383-0.002-4,-0.756 0.000-2,-0.057 0.000-1,-1.826 0.801-2,-2.424 0.533 0,1.323-0.156 0,-10.659 1.087 4,7.577-0.897-4,-6.454 1.159-1,1.780-0.024 0,-0.176 0.127 0,-11.104 1.399-1,1.671-0.341 4,3.456-0.520-2,4.260-0.587 0,4.395-0.579 5,4.103-0.525 2,3.582-0.448-5,0.430 0.029-1,13.590-1.163 4,3.888-0.071 2,2.038 0.082 4,1.941-0.727 2,9.777-2.225-11,-13.558 1.457-1,27.724-5.850-15,5.469-2.085 25,0.713-1.052-27,-14.039 2.917 15,-1.074-0.220 0,2.536-0.970-4,5.030-1.388-2,-3.044 0.825-1,-6.165 1.670 14,-6.227 1.673 12,-5.745 1.536-1,-4.976 1.325 2,-4.087 1.085-22,-12.687 0.573 12,-1.206 1.891 0,-10.960 0.496 16,-5.823 0.696-28,-2.475 0.775 0,3.862-0.287 1,-0.084 0.017-2,0.949-0.097 1,1.617-0.169-1,-1.189 0.084 2,4.045-0.348 15,4.074-0.339-9,3.765-0.306 17,3.273-0.259-30,13.628 0.054 26,5.042-1.194-5,4.142-0.850-8,3.763-0.402-40,1.754-0.185 65,0.264-0.022-31,-6.568 0.207 2,11.343-2.329-2,-3.558-0.141-1,-4.384 0.295 0,-4.493 0.532 2,-4.158 0.625 28,-3.587 0.629-28,-1.328-0.541 1,-15.610 1.318 9,-2.853 1.426 7,4.876 0.017-6,-5.804 0.037-11,-2.729 0.588-1,2.054 0.228 3,-16.524 3.681-5,-2.665 1.636 0,-1.581 1.161 0,3.759-0.211 1,5.114-0.741 0,5.510-1.002 5,5.280-1.077-2,4.687-1.031 14,3.924-0.912-21,1.494 0.262 3,12.943-2.074 17,3.798-1.042 6,-0.407 0.260 5,2.572 0.022-16,1.846 0.026-9,3.332 0.114 1,-0.527 0.177-1,-1.833 0.190 0,-2.452 0.180 3,-2.604 0.158 2,-2.459 0.130-1,-2.152 0.104-1,1.501 1.110-1,-2.298 2.350 1,-3.406 1.301 0,-1.511 2.232 12,-0.512-1.712-2,-0.087 3.987-6,-0.586 2.892-5,-0.861-5.407 0,-1.401 1.223 1,-0.956-0.865 0,-0.756-1.206-1,-0.540 0.029 1,-0.363-0.557 1,-0.220-0.869 1,0.849-0.536 2,0.016-0.081-2,0.037-0.342-2,0.051-0.496 1,-0.522 0.054 1,-3.879 2.514-2,1.805-1.400 0,1.459-0.767 1,0.909-0.732 0,-1.693 0.324 1,-1.306 2.012 2,0.194-0.778-1,0.539-1.472-5,-0.315-0.504 2,1.969-0.252 1,0.972 1.843 0,-0.150-0.147 0,-2.076-1.438 1,0.151-2.792 2,-1.437-0.227-1,-1.268-0.118-4,-4.323-0.063 0,4.900-0.027 0,0.463-0.036 0,0.966-0.046 0,1.221-0.052 2,-2.300-0.281 0,2.385-1.127 0,7.740-4.298 2,-1.830-0.267 0,7.039 3.062 1,-1.629-0.937-1,2.352-1.733-2,-2.469 2.480 1,-11.127 0.335 0,-2.987 2.946-1,-1.774-0.024-3,-1.529-0.005 1,-3.161-0.004-2,-1.139-0.002 0,0.204-0.002-1,-0.091-0.001 6,1.076-0.000-2,1.706 0.000-3,1.951 0.000 1,1.935 0.000 8,1.768 0.000-1,-2.183 0.000-1,18.815 0.001 10,-0.350 0.001-11,1.866 0.000-7,6.541-2.660 0,5.542-1.704-1,3.108-0.952 0,1.261-0.376 3,5.146-2.317-5,0.774-0.862-2,-1.171-0.054 1,-2.410 0.496 1,-5.079 1.599 10,-1.696 0.793 8,2.039-1.359-17,-8.961 2.225 3,-1.500-0.115-1,3.873-2.827 35,-4.269 0.895-21,-3.924 1.188-8,-3.358 1.263-1,-1.357-1.351 0,-10.201 2.699 5,-2.895 3.625 1,-0.019 0.023-2,1.519 0.348-2,-0.587 0.666-1,-0.874 0.414-3,-2.588 0.972-1,-6.046 1.544-1,2.058-0.669 4,-1.045-0.046-1,3.524-0.974-2,-4.538 0.557-1,0.122-0.337-1,-4.420 0.308 3,3.011-0.681 2,3.520-0.618 0,3.520-0.526 0,3.208-0.422 9,-0.247-0.120-17,14.179-1.288 14,0.225 0.432-1,-0.010 0.153 0,2.916 0.035 2,1.218 0.021-7,-1.630 0.010-1,-1.906 0.001 0,-14.461 0.005 10,-7.499 1.885-14,-4.419 1.486 0,-2.004 1.105 0,0.109-0.639-1,-2.129-0.076 0,-0.767-0.259-1,6.988-1.261 2,-17.955 1.122 8,-0.223-0.673-11,2.395-0.641-1,3.555-0.586 17,4.317-0.458-9,4.876-0.369-2,4.834-0.281-2,4.420-0.206 32,3.806-0.140-29,1.321-0.210 0,12.332-1.913 4,-0.313-0.041-1,8.053-2.188 6,4.260-1.432 0,1.564-0.845-8,10.918-4.157-7,4.619-1.659-4,0.356 0.019 11,4.490-2.299-4,-1.193 0.155-7,-3.845 1.389 1,-5.102 2.013 16,-6.286 2.310 5,-5.851 2.070-16,-5.362 1.847 3,-4.597 1.552 9,-2.342 0.049-15,-11.725 2.971 18,-1.553 1.165 3,1.294-0.148-2,-8.094 0.035 10,4.140-0.476-19,-0.609-0.058-1,0.740-0.194-2,1.133-0.259-1,1.432-0.283 1,1.500-0.274 0,-1.958-1.540 2,3.397-2.369 3,15.147-3.310 4,-0.719 3.069-4,1.283-0.382-7,0.244 0.198 1,-5.105 1.970 1,2.185-1.260-1,2.411-1.536 0,-1.555 0.618 0,-1.907 0.852 5,-1.947 0.919 1,0.251-1.085 2,-11.216 1.955-3,-0.447 2.843 0,-1.740 0.054 0,-2.914 0.034-2,0.666 0.188-3,-1.217 0.412 0,-0.338 0.507 0,-3.631 1.054 2,1.903 0.132-1,2.459-0.140 1,2.573-0.295 8,2.417-0.361-11,0.112 0.614-1,12.520-0.746 25,1.071-1.743-22,-14.529-0.117 4,-0.694 0.294-1,0.631 0.009 0,-1.527 0.001-5,1.824 0.000 2,-0.812 0.000 0,-4.163 1.015-2,-1.241 0.625 1,-2.909 1.681 3,0.506 1.492-3,1.123 1.438 1,1.502 0.674 0,2.314-0.281-2,2.301-0.702 4,2.088-0.888 0,-0.752 2.346 0,4.239-1.520 3,5.028-0.360 0,-5.347 0.258 3,-5.253-1.083 0,0.598-0.741-3,-1.798 0.849-6,1.317-0.990 1,-7.642 4.748-2,0.257 0.528 0,1.419-0.289 0,2.020-0.765 1,2.217-0.995 1,2.154-1.054 3,1.934-1.003-1,-0.729 2.473-1,8.319 0.157 1,5.362-0.723 9,1.167-3.097-1,9.803-0.752-8,-5.860-2.763 0,2.652-0.788-4,-2.743-0.176 0,12.339-2.242 0,-9.308 0.837-1,6.249-1.865 2,-5.231 0.626 1,13.003-3.435-3,-3.289 0.205 2,-4.428 0.706 0,-4.722 0.950 5,-4.481 1.010-3,-3.933 0.956 8,-0.212-0.562-12,-16.108 2.557 10,14.036 1.792 25,-0.214-0.862-26,0.482-0.002-6,-13.618 0.004 4,12.804 0.010-2,0.396 0.000-1,-0.244 0.000 0,0.662 0.000 0,0.277-1.871 0,1.463-1.443 2,1.278-1.057-3,-3.872 1.823 0,4.145-0.858-1,1.323 0.158-1,0.669 0.264 2,5.623-1.484 1,0.668-0.143 0,-0.617 0.247-4,-1.390 0.481 1,-1.243 0.306 6,-2.918 0.597-3,-2.914 0.540-2,-2.662 0.458 1,0.256-0.960 3,-10.537-2.534 5,-2.293 2.069 1,-0.520-0.214-1,-0.052 2.596-2,-2.749 0.609-1,3.222 0.286-4,-7.656-0.013-1,4.564 0.109 0,-0.212 0.023 0,-0.718 0.021-1,0.517 0.012 3,0.710 0.008-1,0.782 0.002-1,1.264-0.003 0,0.446-0.002 3,-7.438 0.021 3,5.580-0.028-2,-0.041-0.006 1,0.307-0.004-4,-0.661-0.002 1,-0.442-0.003-3,-0.267-0.001 2,1.540-0.002 2,-0.100-0.001 0,-4.151-0.001-4,-0.839 0.000-1,3.740-0.001 3,-0.058 0.000 4,-1.735 0.000-2,-0.168 0.000-3,0.021 0.000 0,-4.618 0.000 3,0.251 0.000 0,0.971 0.000-1,1.360 0.000-1,1.483 0.001 2,1.439 0.000-3,1.839-0.081 0,1.719-0.125 4,-1.971-0.633 2,3.567-3.171 0,6.945-2.095 0,3.365 0.534-2,5.031 0.108-1,-1.755 2.230-3,2.132-0.345 0,1.169-0.040-1,9.054-1.915 0,2.605-0.202-2,0.106 0.357-2,-5.441 0.920 6,2.605-1.180 0,-0.039-0.593-5,-11.602 3.457 4,9.391-2.664-2,4.676-0.835 11,-4.061 1.140-7,-1.408 0.199-2,-1.638 0.113 6,1.140-0.589-3,-2.569 0.775-1,-2.339 0.867 1,-0.951 0.844-1,-1.794 0.864 8,-1.976 0.749-4,2.126 0.385 2,-10.511 6.991-2,-3.937-2.068-3,0.377 0.337 0,-1.571 1.072 0,-3.287 0.656 0,-2.413 1.043-4,-5.011 1.265-1,-2.864 0.896-3,-0.823 0.307 1,7.998-4.012 7,-7.998 2.751-3,-0.930-0.269-5,0.237-0.630 1,11.359-3.971 4,-13.279 5.202 13,0.232 0.091-16,1.254-0.458 0,1.869-0.805 4,-0.709 0.255 9,3.991-1.468-12,3.857-1.371 2,3.431-1.193-1,2.870-0.980 1,0.189 0.631 9,9.479 2.329 1,-0.985-0.073 3,3.725-5.455-5,0.248-0.198 0,3.328 0.054-4,-0.578-0.003-2,3.601 0.000-3,2.267 0.000-1,9.874 0.000-1,4.039 0.000-3,1.445 0.000-1,-13.474-0.424 9,5.545-0.713-1,5.078-0.835-6,-1.234-0.209-1,-16.126 1.313 5,10.864-0.946 7,-1.697 0.145 7,-1.934 0.192-10,0.425-0.011 2,-3.776 0.322-1,-3.604 0.296 16,-3.198 0.255-27,-0.067-0.034 0,-14.532 0.759 18,0.816 0.064-1,-5.619-0.125-2,4.317-0.041-4,-7.537-0.002-4,-2.247-0.004-3,-0.369-0.002 0,-0.634-0.002 3,0.679 0.000-1,1.432-0.001-2,1.883-0.084 2,2.732-0.127 9,2.696-0.142-4,2.429-0.138-4,-0.832-0.845 2,6.731-5.083 6,2.544 0.272-1,-1.703-1.278-1,-0.150 1.229-2,-0.027 0.090 0,-0.018-2.637-3,0.024 1.613 0,0.011-1.407 1,0.004-0.435 1,-2.096 1.877-2,-3.351 4.192 3,-2.355 0.629-1,-1.245 0.578-2,-2.533 0.544-1,-1.721 0.366-2,0.727 0.315 1,-0.166 0.188 2,4.313 0.159 2,0.046 0.054-3,-10.508 0.065-4,5.618 0.086 6,4.312-0.011 1,-2.720 0.842 1,-2.075 1.307-2,1.832 0.656-1,2.079 0.357-1,2.071 0.139 2,1.911-0.008 5,-1.176 3.007-5,4.834 1.077 1,5.231 4.179 3,3.642-1.514 1,-2.662-5.028-6,0.000-0.046-1,4.568 1.990 2,3.619-0.785-1,4.026 0.924-1,-5.086-2.842 2,6.689 1.267-5,2.839-0.385-1,9.302 0.489 2,-10.950-2.616 1,9.616 0.410-2,2.165-0.603 0,2.069-0.566 1,1.903-0.511 0,-7.975-0.704 3,11.021-0.038-2,1.265-0.337-7,-0.144-0.276 3,14.202-0.235 3,-3.223-0.256 12,-5.693-0.155-14,-21.201 0.060 7,11.802-0.282 9,-7.117-0.193-12,-6.736-0.188-4,-5.920-0.168 14,-4.912-0.140 19,-3.871-0.114-27,-1.678-2.863 2,-9.701-2.022 0,-1.344-2.406 7,0.356 4.544 7,-1.192-0.481-16,-4.760 0.076-3,-2.369 0.413-1,-0.697 0.586 1,-1.214-0.868 3,-0.572-0.771-4,0.488-0.517-1,0.266 0.076 6,4.308 1.856 2,-0.575 0.296-7,-2.549-0.030 0,-4.898 0.183 11,-1.100 0.592-7,0.270 0.553-5,1.178 0.493 3,11.033 0.922 3,-17.344-0.435-5,-0.717 0.451-3,6.441 0.326 12,0.112 0.132 4,0.756 0.101-14,-0.111 0.071 0,-9.018 0.102 6,0.111 0.040-4,2.018 0.007 4,3.040-0.013 3,14.724-0.124-4,-13.133 0.092-5,1.950-0.030-1,2.374-0.029 12,1.278 0.051 10,2.391 0.094-18,2.644 0.113-1,2.566 0.116 5,2.294 0.105 3,-0.720 0.839-2,6.444 4.734-3,3.247-0.132 0,4.651-1.161 4,1.275-1.963-1,-1.138-0.127-2,3.999 2.404-4,7.669 1.383-1,3.677-0.063 1,3.139-1.595 0,4.625-0.571-4,2.531-0.644-2,0.963-0.656 7,4.590-0.433-4,-2.840-0.815-4,-0.457-0.480 0,9.982-0.354-3,0.927-0.388 37,-2.411-0.289-27,-19.127-0.183-1,-1.633-0.061 7,13.344-0.114-6,-3.500-0.079-6,-2.486-0.144 0,-6.096-0.135 43,-5.858-0.124-31,-5.196-0.109-4,-4.341-0.090-1,-0.314-0.955 5,-11.736-4.010 4,-1.377 0.476-1,-2.905-1.304 3,-5.636 0.414 3,2.779 1.730-14,-0.561 0.126 0,-5.515-0.903 1,-2.494-0.121-5,-0.424 0.370 8,-2.438 0.642-4,-0.622 0.758-6,0.544 0.761 2,-4.392 0.704 15,-1.454 0.607-17,0.479 0.497 8,11.709 0.549 7,-10.420 0.016-15,4.665 0.223 2,-5.464 0.126-1,10.346 0.065 10,-6.520 0.058 6,-0.511 0.038-10,5.734-0.012 0,-12.832 0.079 1,-6.923 0.012-3,-0.837-0.015 1,1.747-0.023 2,0.813-0.025-3,3.025-0.025-2,4.126-0.023-3,4.438-0.021 6,4.252-0.016 23,3.786-0.013-25,4.677 0.190 0,2.158 0.316 15,1.787 0.377-1,-3.200 2.076-4,3.472 2.073-2,4.029 0.393-1,2.398 2.309-1,1.344-0.326 1,-0.334-1.390-3,-0.157 2.555 1,5.263 2.853-1,1.495-3.526-2,2.667-1.153-1,-2.653-2.792 2,3.760 1.045 0,-3.754-1.706 1,6.840 2.625-1,-5.075-2.437-1,4.895 1.718 1,1.469 0.145-2,-7.166-2.518 2,16.334 3.679-2,4.125-0.014 0,1.783-0.358-3,0.059-0.574 3,11.359 0.022-5,1.566-1.029-4,-1.378-0.995 0,1.769-0.900 25,-1.279-0.773-17,-3.135-0.635-7,-4.981-0.514 10,-3.981-0.347 20,-4.359-0.256-27,-4.312-0.177 2,-6.083-0.078 7,-2.253-0.054 23,-1.965-0.297-25,-1.669-0.458 4,-1.381-0.550 12,-0.481-1.046-7,-1.750-0.735-7,1.977-5.154 0,-4.081 0.282 1,-2.149 2.290 1,1.401 0.304-3,-2.853-0.577 3,-5.160 1.762-2,-1.248 1.483 1,-5.140 2.067-3,-0.073 0.437-1,1.259 0.125-1,-2.272 0.458-1,-1.895 0.355 0,-1.548 0.262 0,-25.432 2.661-4,-5.640 0.940-1,-0.479 0.206-1,7.983-0.409 10,1.768 0.470-11,13.563-1.557 5,1.023-0.071-1,0.987 0.286 1,-10.345 2.203 8,2.913-0.142 16,3.453-0.442-19,4.642-0.363 9,1.274 0.031 0,-0.748 0.650-7,2.592-0.153 4,2.662-0.212 5,2.544-0.238-13,2.308-0.240 0,1.214 0.230 3,2.910-0.793 2,0.389 1.483 0,10.741-1.562 1,3.075-4.299 3,-1.328-0.039-1,0.370 0.332 0,4.382 0.184 1,0.670-0.002-7,3.285 0.001-3,10.009-0.001-3,4.360 0.000-2,1.139-0.001 1,-13.084-0.002 8,7.008 0.001-1,2.028-0.001-7,9.372 0.000-2,-13.800-0.001 10,7.896 0.000 10,7.123 0.000-15,-0.555 0.000 0,-22.251 0.000 3,20.187 0.000 1,-8.332 0.000 2,0.935 0.000 4,-2.695 0.000-4,0.397-0.475 4,-4.153-0.727-5,-3.816-0.822 6,-3.719-0.365-3,-3.552-0.005 0,-3.042 0.200 0,-0.285-1.221-1,-11.722-0.001 1,-0.905 3.827 5,-0.130-0.306 1,-6.405-0.109-7,-2.479 0.003-4,-4.411 0.000-4,-1.788 0.000 0,-3.238 0.001 3,-7.943 0.000-7,-1.098 0.000 1,2.518 0.000 7,-2.959 0.000 4,2.402 0.000-7,-0.293 0.000-1,-0.299 0.000 15,1.573 0.000-10,2.655 0.000 9,10.036 0.000-12,1.537 0.000 0,-4.904 0.000-2,4.547 0.000 1,4.312 0.000 1,3.797 0.000 41,-0.125 0.000-43,16.228 0.000 11,-0.308 0.000 1,-0.395 0.000-1,2.901-0.227 0,2.586-0.369-5,1.935-0.453-4,0.831-0.484 2,6.425-1.561-4,2.246-0.703-1,0.486-0.210-1,-0.702 0.128 12,5.433-1.945-8,0.115-0.891-4,-1.416-0.460 0,-1.736-0.131 26,-3.213 0.086-24,-3.855 0.210 0,-1.179 0.703 1,-2.278 0.974 17,-2.733 1.049-6,-2.783 1.005 9,-2.576 0.895-17,0.667-0.282 0,-14.489 3.079 4,0.296-0.092 0,-2.976-0.326 3,-1.790-0.001-1,-1.858-0.001-6,-7.610 0.447-4,-3.354 0.685-1,-0.992 0.775 2,-6.855 0.318 4,-2.940 0.010-10,-0.279-0.180 8,-2.304 0.875 6,-0.958 0.427-14,1.387 0.026 0,15.699-1.434 16,0.807-0.117 7,6.994-0.669-15,-21.154 1.312-7,13.761-1.148 4,-13.982 0.430 10,7.084-0.617 9,7.295-0.420-11,-12.674 0.126-7,7.844-0.352 5,7.055-0.207 0,-12.436-0.020 2,3.617-0.169 0,4.410-0.109 1,4.530-0.068 2,4.222-0.034-4,3.682-0.011 0,3.037 0.005-2,-0.732-0.083-2,17.994-7.913 16,0.226 2.518-3,2.367-0.904-4,1.309-0.484-10,2.399-1.073-2,5.040-1.200 0,-12.315 5.437 3,15.747-5.593 2,2.555-0.491-3,-8.393 3.207-2,0.717-0.110 6,18.422-5.534-2,0.912 0.276-5,-1.990 1.065-4,-3.701 1.493 12,-3.567 1.656 5,-3.109 1.323-13,-5.530 1.706 2,-5.259 1.456 0,-4.650 1.179 50,-3.884 0.911-50,-1.233 0.514 3,-12.654 2.406 4,0.513-0.806 3,-1.694 2.243 2,-0.683 2.581-2,-2.690 0.436 0,3.370-2.284-7,-4.573 2.105-3,-1.619 1.068 4,-1.248 0.434-4,7.380-3.516 2,-17.167 8.747-1,-0.877 0.330 0,1.156-0.884 1,2.975-1.615 3,3.617-1.817-2,3.810-1.840-1,3.614-1.703 0,3.193-1.475 10,-0.080 0.260-19,15.117-4.730 24,-1.152-0.107-1,3.203 0.832 0,-0.912 0.093-3,-0.241-0.788-9,1.948-0.530-2,5.475-2.604-1,-0.546-0.923 1,-1.790-0.124 0,-2.385 0.369 1,-2.532 0.633 0,-2.392 0.738 5,0.244-1.108-5,-12.003 1.662 4,-0.546 2.887 0,-5.353-0.017 7,4.833-0.110-7,-12.448 3.044-6,1.046 1.326 0,0.741 0.508 0,1.945-0.090 1,2.535-0.452 3,2.695-0.639-17,2.575-0.707 28,-1.065 1.068-14,14.200-1.849 5,5.671-2.657 7,-4.205 0.290 0,2.606-1.408-4,0.955-0.738-8,0.146-0.269 0,-4.504 0.657 1,4.987-2.490 2,-1.174-0.209-2,-1.698 0.272 0,-1.863 0.542 2,1.284-1.748 1,-13.120 1.081 4,-9.328 4.655 0,4.583-0.149-3,3.960-0.055-4,-6.211 0.013-2,-2.027-0.013 0,-0.912-0.012 1,-5.746-0.006 3,-3.569-0.012-5,0.592-0.010-2,11.205-0.011 3,-3.257 0.801 6,4.618 0.096-1,0.553 0.211-3,-6.425 1.359 0,3.158 0.055 5,3.273-0.190 5,3.057-0.320 1,-0.327 0.904-14,14.811-0.552 9,0.776-2.489 1,2.501-0.016-2,-3.720 0.077 0,5.836-0.012-6,-2.737 0.039 1,1.052 0.006 2,0.635 0.005-1,0.312 0.006-2,0.490 0.003 0,4.683-1.359-2,-0.543-0.736 4,-1.523-0.292 1,-2.014 0.010 1,-2.162 0.198-1,-2.078 0.298 0,-1.861 0.340-1,1.882-0.577-1,-1.741 0.664 0,0.306 1.558 8,0.414 0.021 4,-1.165 0.990-3,2.228 1.223-9,0.271 0.585-1,-0.547 0.275 1,-1.002 0.062 3,-1.199-0.079-3,2.178 2.673-1,-3.905-0.763 3,0.530 0.286 3,1.607-2.291 1,-1.924 2.003 0,-9.492 6.123-5,-0.490-4.263-2,-1.391-0.532 3,-1.248 0.160-1,-0.549-0.329-2,-0.048-0.634 1,1.064-0.642 1,-1.344 1.050-1,-0.193 0.438 0,-1.426 1.302 1,1.406-0.769 3,1.723-1.088-1,1.760-1.181-2,-1.338 1.441-1,13.029-4.109 6,0.478-2.022 0,3.359-2.964 1,-1.914-0.071-2,2.554-0.750-6,1.482-0.267 0,0.676 0.072 2,0.096 0.296-2,-1.360 0.045-1,3.498-1.119-1,-5.623 1.520 3,5.319-2.077-2,0.732 0.000 8,-1.982 0.035 0,-0.085-0.146-5,6.911-3.942-1,-4.149 1.493-1,-1.636 0.679 5,-1.938 0.986 1,-1.975 1.103-3,-1.843 1.091-2,-1.619 0.998 0,-0.587 0.777 0,4.323-1.254 7,-1.533-1.317 12,-1.260 0.895-17,-0.406 1.225-3,0.724-1.165 2,-0.828 0.053 1,6.678-2.351 3,-3.859 1.807-4,0.284 0.148-2,-4.235 1.968 1,3.558-1.741 1,0.318-0.195-2,-0.634 0.553 1,4.782-2.204 4,0.355-0.136-1,-0.511 0.414-3,0.182 0.606 3,-1.417 0.894-4,-2.034 0.896 0,-2.223 0.818 1,-2.140 0.701 13,0.820-0.041-13,-13.696 2.503 4,-0.552-0.813 0,-3.295-0.052-1,4.108 0.004-1,-6.759-0.001 1,-8.759 0.001-4,-3.469 0.000-4,-0.454 0.001 2,-2.783 0.001 3,0.212 0.000-6,2.033 0.000 0,3.463-0.089 14,4.052-0.136-3,4.077-0.155-7,3.750-0.152 1,3.234-0.139 1,-0.447-1.006 6,8.746-4.622 5,2.172 0.839-1,1.232-1.844-1,1.733 1.168-1,1.298-0.762-4,3.442-0.724-6,3.871-1.736 1,1.199-0.511-1,0.735 0.835 5,-0.141 1.087-6,-0.957 1.337 1,0.019 0.036 2,-0.808 0.573 7,-1.248 0.855-8,-1.387 0.960 8,-1.357 0.940-2,-1.225 0.852-6,-1.522 0.738 2,-1.415 0.574 4,2.396 0.136 1,-2.240 1.089-2,0.095 1.083 0,1.495-1.188 0,-1.022-0.056 5,-14.687 0.395-4,-0.840 2.352-6,-0.446 0.991-2,-2.482 1.421 2,-1.128 0.950 2,4.712-1.955 1,-5.865 2.711-5,-1.133 0.534 1,-0.264 0.273-1,-2.716 2.117 4,2.735-2.031 2,0.109 0.335-3,-0.766-0.141-4,1.837-1.050 4,0.089 0.018 7,-2.054 0.675-5,-0.036 0.224 0,-0.073-0.209 0,-4.732 1.954-2,2.907-1.448 2,3.495-1.601 3,3.533-1.550-4,3.239-1.380 7,0.068 0.353-10,13.631-3.526 7,0.030-1.210-1,0.696 0.330 1,2.171 0.423 1,2.741 0.079 2,0.044-0.763-3,2.326-1.149-7,-4.723 0.479 1,0.248-0.109 2,1.157-1.052 2,3.536-1.861-8,-0.796-0.144 5,-1.141 0.561 2,-1.275 0.495 3,-1.774 0.587-1,-1.943 0.602-3,1.773-0.726 7,-17.115 3.880-4,2.289 1.104 0,-0.593 0.125-12,-9.692 3.252 20,-4.553 1.239-16,-2.000 0.215 3,13.826-4.079 6,-10.970 3.022-12,-6.229 2.180 1,-1.976 1.000 0,5.490-1.883 6,-0.035-0.185 7,-5.606 2.322-10,1.754-0.289 1,-1.008 0.780-2,4.678-1.175 2,4.780-1.272 12,4.443-1.227-3,3.863-1.095-4,3.183-0.923 1,0.458 1.883 2,10.488 0.527 2,3.845-7.085 4,3.661-1.007 5,2.193-0.472-18,6.172-1.597-4,3.825-1.223 1,1.473-0.804-1,3.929-1.908 7,-0.672-0.286-8,-2.397 0.498 0,-2.178 0.885 1,-3.683 1.155 21,-4.137 1.178-18,-4.060 1.091 0,-3.668 0.945 26,0.117-0.142-24,-16.294 2.677 4,0.572 0.094 0,-6.572 1.284 9,-2.405 0.688-10,-1.268 0.252-5,0.153 0.159 1,1.915-0.050-1,2.487-0.127-1,2.611-0.159 3,2.453-0.167 0,-1.342 1.769 3,5.141 1.225 3,8.815-1.990-1,1.521-4.716 7,0.175-0.640-3,14.200-6.092-12,6.954-2.626-4,3.325-0.706 19,4.080-2.708-36,0.016-0.946 15,-2.488 0.217 1,1.703 1.390 8,-1.383 1.997 8,-3.170 2.202-14,-1.243 0.720 24,-2.710 1.172-17,-3.392 1.353-5,-4.526 1.178 18,-2.914 0.482-5,-2.581 0.247-11,-2.001 0.192 4,-2.867 0.691 6,-2.477 0.714-2,-0.170-0.749 0,-11.570 2.063 1,-0.057 1.823 1,-1.273-0.505 0,-2.016 0.028-7,-3.665 1.169-2,0.171 1.039 1,-3.090 0.760-1,-3.039 0.401-3,-19.596 5.130-2,2.647 0.185 0,1.145-0.058 3,1.370 0.978 0,4.603-0.429 1,5.477-1.077-3,5.520-1.370 2,5.055-1.429 16,4.322-1.334 2,0.963 0.696-15,13.942-3.044 4,0.532-2.147 0,6.499 0.172 6,0.722 0.136 1,1.069 0.038-3,-0.123 0.039-8,-0.850 0.037-2,-1.227 0.031 0,-0.169-0.046 0,-1.429-0.088 4,-1.856-0.105 4,-1.950-0.109-1,2.131-0.708 1,-4.139-1.849-3,-7.474-2.801-1,6.617 0.107 3,2.125 0.411 1,-3.266 0.297-1,0.268-1.183-3,-0.279 1.033-2,1.001 0.390 0,0.155 0.320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24T21:32:09"/>
    </inkml:context>
    <inkml:brush xml:id="br0">
      <inkml:brushProperty name="width" value="0.0529194456206428" units="cm"/>
      <inkml:brushProperty name="height" value="0.0529194456206428" units="cm"/>
      <inkml:brushProperty name="color" value="#f9fbf8"/>
      <inkml:brushProperty name="ignorePressure" value="0"/>
    </inkml:brush>
  </inkml:definitions>
  <inkml:trace contextRef="#ctx0" brushRef="#br0">18447.000 10558.000 767,'-8.723'-2.370'0,"1.964"0.533"0,-1.818-0.494 0,-1.579-0.429 0,-1.307-0.354 0,-1.031-0.282 0,-0.779-0.210 0,-0.559-0.153 0,-0.375-0.102 0,-0.235-0.063 0,-0.122-0.034 0,8.683 2.466 0,-7.769-2.683 0,-0.184-0.730-18,0.326-0.544-5,0.051-0.289 14,0.711 0.289 20,-0.918-0.422 3,2.384 0.988-17,2.478 1.032 0,2.313 0.965 17,-0.821-0.517-20,13.333 3.447 11,0.155-0.071 0,-0.274-3.377-3,0.254-0.973 0,2.692 0.300-1,1.814 1.121-2,-2.855 1.643 0,0.987 0.673 0,1.394 0.233 0,-1.391 0.192 2,0.295 0.093-2,5.005-1.511-2,-7.624 0.586 1,5.812-1.015 1,-2.023 0.381 3,0.226 0.057-2,6.576-0.667-2,-5.505 0.970 1,-0.497 0.201-1,-0.706 0.198 1,1.636 0.097 1,-0.416 0.225 1,-0.529 0.190-4,-4.610 0.219 2,-0.093 0.047 4,3.302 0.020 3,-0.402 0.074-7,-0.498 0.053 1,-0.548 0.034 0,-0.550 0.021 1,-0.511 0.009-2,-0.805-0.007 1,0.631-0.001 1,0.900-0.005 0,0.670-0.005 1,0.475-0.006-1,-0.885-0.011-2,0.193-0.003-1,0.133-0.006 0,0.084-0.004 0,7.038 0.038 1,0.020 0.051 1,-1.382 0.058 0,-2.117 0.058 0,-2.379 0.055 0,-2.334 0.046-1,1.396 0.428-2,-12.541 4.492 4,-1.239-0.917 0,0.391-0.081 0,-0.788-0.429 2,-1.727-0.192 1,-3.682-0.370 0,-3.954 0.879-7,-2.534 0.671 0,-4.463 0.903-1,-2.256 0.652-3,-5.284 2.034-1,-9.355 2.569-3,-6.741 1.889 9,-2.598 0.748 0,0.363-0.065-3,5.373-2.179-6,-9.793 2.506-4,-2.953-0.107-1,3.276-2.128 1,24.597-5.525 29,-7.807 1.411 9,5.995-1.549-21,1.955-0.671-3,-8.938 1.263-1,6.979-1.593 18,6.929-1.403-12,6.295-1.162 15,5.362-0.917-27,4.324-0.686 3,12.978-1.701 11,-0.497 0.353-1,1.888 0.087 1,1.017 0.325 1,8.651 0.116 11,-2.337 0.026-22,0.965 0.006-1,-0.489 0.001 1,-1.690-0.267 1,0.934-0.445-1,0.457-0.551 0,11.084-2.085 11,2.994-0.889-12,0.131-0.256-3,-18.170 2.716 9,12.392-1.969 1,0.026-0.346-9,-6.498 0.991 1,-0.590 0.058 1,14.248-1.961 9,-1.182 0.665 3,-2.343 0.771-15,-1.913 0.774 17,-2.909 0.710-8,-3.284 0.611-7,-3.758 0.499 5,-3.734 0.389 16,-3.410 0.287-2,-2.922 0.201-22,-12.713 1.274 19,-1.752-1.178-1,-1.791-0.013-7,-4.300 0.001-4,-1.905-0.001-2,-7.223 0.001-2,-2.939 0.001-1,-0.055 0.000 1,3.287 0.001 7,2.448 0.001-5,2.794 0.000-1,2.814 0.000 1,2.727 0.001 0,3.137 0.000 40,2.827 0.000-46,0.126 0.000 0,13.051 0.000 20,1.178 0.000 2,2.754 0.000-9,-1.737 0.000-4,0.673 0.000 0,-0.054 0.000-1,1.401 0.000-1,6.397 0.000-2,-5.446 0.000 7,-4.318 0.000 1,-0.026 0.000-5,1.483 0.000 0,3.223 0.000 0,-0.364 0.000 3,-0.730 0.000 1,-0.923 0.000-2,-0.962 0.000-1,-0.906 0.000 0,-1.072 0.000 0,3.306 0.000 5,-4.250 0.000-2,0.236 0.000-1,0.274 0.000 0,-0.398 0.000 1,2.177 0.000 0,0.768 0.000-1,1.995 0.000-3,5.868 0.000-2,-5.781 0.000 2,-0.873 0.000 1,-1.422 0.000 0,-1.625 0.000 0,2.724 0.000 0,-3.521 0.000-1,-0.367 0.000 1,0.388 0.000-1,1.979 0.000 11,-0.556 0.000-1,1.218 0.000-9,2.008-1.909-1,3.005-1.731 0,-5.606 1.347 0,-0.171 0.152 3,1.547 0.146-4,0.239 0.345 1,-0.239 0.351 1,0.883 0.326 4,0.079 0.281-2,-0.429 0.232-4,0.753-0.294 5,-0.011-0.592-2,-0.477-0.728-3,-1.204-0.720 5,-1.547-0.657-2,-1.629-0.562-1,-1.605-0.066-1,0.377-2.858 5,-5.026 0.848 0,-7.353 3.819-1,1.048 2.671-1,-0.565 0.009 0,0.405-0.335-1,-0.105-0.084 1,-0.949 0.003-1,-0.877 0.003-1,-2.811 0.000 0,0.268 0.001 0,-5.887 0.001 0,-3.941 0.000-5,-2.371 0.000 1,4.521 0.001 1,-16.238 0.000-2,-4.231 0.000-3,-1.366 0.000-3,-4.654 0.000 12,-1.813 0.000-4,0.786 0.000-9,2.552 0.000 1,-8.542 0.000 16,2.842 0.000-4,5.016 0.000-13,3.609 0.000 21,4.871 0.000 14,5.321 0.000-31,4.273 0.000 13,6.359 0.000 21,5.653 0.000-8,4.736 0.000-36,1.150 0.000 13,14.489 0.000 8,0.130 0.000 11,-0.380 0.000 0,6.396 0.000 0,13.746 0.000-14,0.817 0.000-7,2.459 0.000 3,-7.870 0.000-1,1.835 0.000-1,11.105 0.000-3,2.388 0.000 0,-1.507 0.000 13,-1.283 0.000-2,-2.485 0.000-10,-3.185 0.000 9,-4.184 0.000-2,8.008 0.000-8,-2.098 0.000 22,-8.754 0.754 13,1.438 0.728-21,-1.738 0.342-8,-5.890-0.333 0,-1.120 0.002 3,4.373 0.745 5,-3.654-0.156-1,-3.583-0.204-2,-3.232-0.216 3,0.434 1.071 0,-11.541 2.759-1,-2.862-2.425 0,0.686 0.872 0,-0.151-0.913 1,-0.798-3.191-1,-0.377 0.168 1,-8.579-0.003-5,-6.835 0.000-4,-5.412 0.000-2,8.194 0.000 2,12.368 0.000 3,-61.513-2.765-17,-16.020-1.471 6,-4.678-0.551-3,-5.621 0.060-6,3.986 0.435-4,9.573 0.626 3,12.447 0.694 4,13.175 0.676 42,12.520 0.608-5,11.069 0.517-27,9.246 0.417 8,7.349 0.318 64,6.750-1.665-50,7.924-5.754 16,10.215 2.307-6,4.633-0.485-27,2.328 0.134 0,6.521-2.146-3,2.315-1.329-1,0.215-0.955 1,4.068-2.570 10,0.490-0.503-14,-1.760 0.813 4,-2.277 0.417 18,-0.923 0.178-16,-2.024 0.914-3,-2.612 1.337 13,-3.351 1.885 6,-2.057 1.395-15,-5.650 2.295 1,5.248-2.604-2,-2.832 1.012 18,-2.869 1.113 0,-2.651 1.077-12,0.038-0.826 2,-13.807 2.820 0,0.461 2.166-1,-0.034-0.315 1,-2.308-0.116 0,1.973-0.090-2,18.861-0.097 1,-3.840 0.026-4,7.071 0.000-2,-7.352 0.002 2,0.410 0.000 0,4.279 0.000 0,-0.757 0.000 2,-1.276 0.000-3,-1.494 0.001 2,-1.502 0.000 1,3.238-0.001-1,-3.931 0.000 1,-0.559 2.071 2,-4.683 4.714 4,-1.341 1.476 2,-0.319-0.885-10,1.780-0.604 0,4.515-4.433 3,6.124-1.615 1,-2.986-0.551-4,-0.100-0.110 0,-0.771-0.071-1,-1.117-0.045 1,3.388-0.104 1,-4.273 0.005-1,-0.160-0.056 0,0.978 0.223 0,0.536-0.015 8,8.853 0.000 1,-4.481 0.000-10,0.477 0.000-1,2.033-0.475 3,0.014-0.727-2,-0.726-0.822-1,-1.366-0.405 2,-2.154-0.001 6,-2.235 0.214-4,-2.087 0.324-1,0.734-0.810-1,-12.411 1.049 8,-0.536 1.676 0,-2.098 3.583-2,-5.652 2.637-3,1.911-1.978-4,-1.110-0.055-5,-0.450 0.764 10,0.278 0.219-6,1.087-0.258 1,1.514-0.544 0,1.670-0.678 3,1.639-0.715 2,1.496-0.681 0,-2.440 0.582-4,2.300-0.641 2,8.925 4.865 9,14.375-3.364 0,0.638-2.345-13,2.556-0.316-1,3.450-0.377-2,3.807-0.180-1,1.676-0.155 0,0.137-0.128 9,-9.194-0.131 0,15.662-0.024-11,-5.581-0.069 1,10.771-0.048-3,-7.262-0.020 21,-8.053-0.001-2,9.442-0.019-11,-8.488 0.010 2,-8.893 0.014 0,21.873-0.032-2,-0.565 0.003 5,-2.242 0.006-1,-3.288 0.006-2,1.429 0.001 3,-6.182 0.010-1,-5.933 0.009-3,-5.315 0.009-2,-4.505 0.005 3,-3.646 0.006 24,-2.821 0.040-8,-0.110 0.418-13,-12.140 2.024 4,4.252 3.602 8,1.468 0.351 0,-0.027 0.378-13,0.000 1.210-1,0.000-0.961 0,0.000 0.117 0,0.000 0.472 0,0.000 1.521 1,0.000 0.615-2,0.000 0.008-1,0.000-0.342 3,0.000-0.526 1,0.000-0.597-3,0.000 0.287 0,0.000-0.125 3,0.000-0.535 1,0.000-0.750-1,0.000-0.830 0,0.000 4.098-2,0.000-1.219-2,0.000-2.329 6,0.000 4.533 0,0.000-2.254-2,0.000-2.946-1,0.000-0.038-1,0.000-0.190 0,5.893-8.434 3,-1.595-3.350 0,-1.057-1.210-1,-1.144-0.521-2,-0.624 0.070-1,1.113 1.350 2,1.019-0.984 0,-0.470-0.967 0,0.430-4.297 1,-0.890 3.604-3,0.435 0.017 0,1.429 0.264 0,0.500 0.395 0,-0.113 0.442 1,-0.483-0.964 2,-0.670-0.322 1,-0.728 0.099-3,-0.609 1.309 3,-0.061 0.445-1,0.084 0.476-3,0.176 0.468 1,0.203-0.117 0,-0.276 0.485 2,1.389-4.530 0,-1.547 2.372 7,-0.896 1.772-12,-2.086 12.184 8,0.533 0.538 0,0.055 1.047-4,-0.010 1.214-2,0.000 1.551-1,0.000 0.367 0,0.000-3.486 2,0.000 0.157 0,0.000-0.544 1,0.000-0.075 0,0.000-0.118 0,0.000 1.041-3,0.000-1.164 14,0.000 2.704-17,0.000-2.940 2,0.000-12.422 8,0.000 0.012 0,0.000-0.527-1,0.000-0.088-4,-0.072 0.601 0,-6.247 3.952 1,-0.106 2.233 0,-0.155-0.108 0,-0.344 0.772 0,0.238 5.488 0,1.919-2.302 0,-2.362-0.146-2,1.201-2.286 2,-0.058-2.014 0,-0.057 0.462-1,1.892-4.646 2,4.161-1.624 1,-0.010-1.058-1,0.000 1.211-2,0.000 0.085 1,0.000-1.537-1,0.000-1.552-1,0.000 0.251 1,0.000 1.687 1,0.000-0.368 0,0.000 1.029 0,0.000 0.197 0,0.000-0.469 1,0.000-1.283 1,0.000-0.414 0,0.000 15.566 0,0.000 0.657-4,0.000 1.571 0,0.000 0.427-1,0.000 0.907 1,0.000 1.430 2,0.000-6.019 0,0.000 4.171 0,0.000-2.358-2,0.000-0.864 0,0.000 3.382 9,0.000-3.330-10,0.000-13.285 6,0.000 0.208 0,0.000-3.147-2,0.000 1.857-2,0.000-2.058-1,0.000-1.432-1,0.000-0.424 2,0.000 0.233-1,0.000 0.619-1,0.000-0.648 0,0.000 0.050 2,0.000 0.475 3,0.000-0.643 1,0.000 0.064-3,0.000 0.492-3,-0.080 0.977 5,-0.123 1.762 0,-0.135 1.849-3,-0.719-1.026 0,-4.798 9.093 3,2.179 2.789 2,0.205 1.932-1,2.282 5.573-2,-0.600-1.547-3,-0.600 1.766-1,-0.168 0.509-2,0.259-1.212 4,0.229-0.832 0,0.302-1.052 0,0.321-1.113-2,0.224-1.849 1,-0.259-0.384 3,-0.378-0.586 2,-1.717 4.031 1,1.306-3.517 0,0.175 0.162-4,-0.048 1.077 0,0.391-0.523 1,0.387-0.695-2,-0.360 4.398 0,0.985-2.673 1,0.593-0.682 0,0.583-1.511 1,-0.295 0.294 1,6.997-9.155 1,-0.278-3.111-2,-0.327 0.734-1,1.316-1.048-2,0.222-0.731 0,-0.542-0.347 1,0.852-1.479-2,0.297-0.627-1,-0.071-0.052 4,-2.232 2.164 1,-0.676 0.334 0,-0.773 0.374-3,-0.797 0.379 0,-0.342-0.683 0,-0.965 0.342 4,-0.824 0.278 0,-0.617 0.181 15,-0.293-2.804-23,-1.742 2.442 2,-0.598 12.435 8,1.291 0.209 0,-0.039 0.980-2,0.000-1.073-4,0.000 2.299 3,0.000-1.756-3,0.000-13.098 4,0.000-3.316-4,0.000 1.051 0,0.000-0.755-1,0.000-0.820 1,0.000-0.629 2,0.000-0.309-3,0.000 0.255 0,0.000 0.611 0,0.000 1.997 3,0.000 0.256 2,0.000-2.135-3,0.000 0.746-2,0.000 0.803 7,-1.701-1.522 0,-1.502-2.044-3,0.480 3.429 1,0.043 0.996-2,0.198 1.289-1,-1.651-2.508 0,-0.093 3.301 0,-2.132 6.153 0,0.161 2.063 1,-1.598 4.394 4,0.449 1.208-1,3.915-2.782-3,0.267 0.518-2,0.351 0.275 1,0.356 0.293-1,0.420 0.076 2,0.400 0.007-1,0.438-0.050-1,0.363-0.487 1,0.190 0.329 2,0.122 1.729 1,0.178 0.587-1,0.145 0.389-1,0.113 8.269-2,0.163-1.401 0,0.067-0.335 0,0.018-1.879 2,0.004-1.169-2,-0.009-1.252-1,-0.009-1.061 0,-0.025-1.881 3,-0.025-1.788 4,0.029 2.028 0,-0.053-2.245-2,-0.107 0.120 0,4.973-2.979 2,2.200-3.085 0,2.036-3.380-2,-3.240-0.013-3,-0.368-0.472-1,-0.691-0.232 1,2.352-3.841-2,-3.266 1.504 2,0.747-1.599 0,0.550-0.874 5,-0.555 0.674-4,-0.300 0.109-2,-0.466 0.300-1,-0.548 0.409 1,-0.332-0.341 0,-0.679 0.414 1,-0.608 0.362 3,0.357-4.636 1,0.635 1.039 0,1.853 0.514-2,-0.736 4.534-1,0.801 9.354 3,-5.057 2.138 0,0.302-0.299-1,0.046 1.142-3,0.013 3.153-1,0.014 0.709-1,0.006-0.379 2,0.000-0.016 0,-0.000-0.396 0,0.000-1.026 1,0.000-2.006 1,-0.004-0.157-1,0.000-0.354 1,0.000 0.250-1,0.000 0.694 2,0.000-0.077-1,0.000-1.186 0,0.000 0.960-1,0.000 2.053-1,0.000-2.930 0,0.000 0.095 0,0.000-0.107-1,0.000-0.005 1,0.000 4.922-1,0.000-2.100 2,0.000-2.505 1,0.000 1.070 0,0.000 0.985 1,0.000-2.015-1,0.000-0.296-1,0.000-0.106-1,0.000 0.296 0,0.000-0.419 3,0.000-0.092 0,-5.682-2.681 0,-0.827-3.332-1,-2.280-0.184-2,-2.356-0.020-1,-0.785 0.003 0,1.616-5.171 0,3.265-4.742 5,4.750 3.482-3,0.793-0.008-1,0.485-0.532-1,0.083-4.564 1,0.651-0.158 1,0.375-0.005 0,0.133 1.113-1,-0.057 3.935 1,0.002 0.053-1,-0.006 0.178 1,-0.013 0.254 0,-0.415-0.393 1,-2.410-3.718-1,-2.128 3.183 2,-0.956 1.548 1,2.332-0.133-3,3.708-0.355 0,-0.085-1.154 1,-0.181 0.685-1,-0.028 12.961 3,4.670 4.186-7,-2.160-2.275 1,-0.132 1.304 3,-0.280 0.443 0,-0.346-0.123-3,-0.359-0.464 1,-0.494-1.481-1,-0.196 0.109 2,-0.171-0.129 3,-0.147-0.290 0,-0.121-0.396-1,-0.097-0.451 1,-0.077-0.465-3,-0.074 4.847-2,-0.102-1.121 5,-0.048 2.339 0,0.068-5.626-1,0.008-0.402-1,-0.044 4.712 1,0.046-2.364-2,0.035-2.257-1,0.021-0.184 1,0.013 0.727 12,0.014-0.784-13,-0.001-12.799 5,-0.010 0.337-1,0.000 0.174-2,0.000-0.856-2,0.000-1.536 0,0.000-0.688-1,0.000-2.957 0,0.000-1.258-1,0.000-0.106 2,0.000 0.584 4,0.000 0.960-4,0.000 1.112-1,0.000 2.559 0,0.000 0.829 3,0.000 0.745 2,0.000-4.422 2,0.000 0.994-1,0.000-0.113-1,0.000 4.124-1,0.000-0.031-1,0.000 0.004-1,0.000-0.576 1,0.000 0.512 0,0.000-4.312 0,0.000 2.239 1,0.000 0.674 1,0.000 13.586 1,0.000 0.383 2,0.000 1.981-7,0.000-2.058 0,0.000 6.260-1,0.000-5.460 2,0.000 0.000 1,0.000 3.569-1,0.000 0.759-2,0.000-5.122 2,0.000 4.107 3,0.025 4.462-3,0.040-5.475 1,0.042-1.102 0,0.044-1.403 0,0.259 2.648-1,0.383-3.564 0,5.086-7.256 1,0.230 1.261 0,2.262-0.513 3,-0.338-2.750 2,-1.310-2.033-5,-2.153 0.833-2,-0.056-0.644 1,0.560-2.499 1,-0.209-0.794-1,-0.240-0.142-2,-0.246 0.286 1,-0.228 0.536 3,-0.852 1.868-1,0.095 0.258-2,0.176 0.195 1,1.208-1.161-1,-0.466 1.094 3,2.272-1.904 2,-1.621 3.489 0,-4.455 10.241 0,-0.783-0.173 0,0.286 1.615-1,-0.005-0.544-2,-0.002-0.004-1,-3.467 0.760-1,-1.097-2.719 2,0.573 0.013 1,1.054 0.236-2,0.819 1.821 0,1.648-1.061 2,0.679 0.910 0,0.054-0.049-1,-0.206-0.724 0,-6.141-1.499 1,1.507-0.129 0,-0.036 0.509-2,2.843-11.675 2,1.794-0.537 0,-0.032-1.513-2,0.000-0.538 0,0.002-0.247-2,0.000 2.964 2,0.000-6.490-1,0.000-0.447 0,0.002 0.350 0,-1.178 1.510 0,-0.667 0.869 1,-0.292 0.903 0,-0.176 0.373 3,0.175 0.939 0,0.284 0.815-2,0.278 1.050 0,-0.776-2.624 2,0.220 3.011 0,-3.902 6.738 0,-0.411-0.831-1,4.025 7.640 2,2.024 0.412-1,0.195 1.339-4,0.130 1.335-1,0.065-4.600 3,0.010 0.042 0,0.006 0.099-1,0.004 0.012 1,0.013 4.846-1,-0.005-2.713 1,-0.005-0.256 0,-0.009-1.737 0,1.006-14.778 7,2.587 1.094-7,1.940-4.236-3,-1.043 2.818-1,0.756-0.836 2,1.066-1.576-3,-0.534 1.030 1,-0.908 1.515 7,-1.051 1.673-5,0.780-2.199-1,-9.513 4.956 8,-1.016 6.429-1,3.313 4.173 2,-0.946 2.079-2,-0.332-1.504-6,-0.556 0.413 0,0.031 0.077 0,0.150-0.584 0,0.211-0.940 2,0.235-1.083 0,-3.165 1.775-2,0.923-3.132 4,0.372 0.750 1,3.311 2.727 3,3.028-13.592-4,-0.659-1.434-1,0.002 1.554-3,0.000-4.900-1,0.002 4.664 1,0.000 0.276 1,0.000-4.682-2,0.002 2.638 2,0.000 2.250 0,-0.955 12.960 11,-2.436 0.333-18,-0.642 1.213 13,-1.535-0.639-7,-0.036-0.432 0,0.128-2.085 1,-0.007-0.799 2,0.464-0.978-1,-2.796 0.440-1,1.710-3.792 1,4.449-6.712 1,2.282 0.424 0,-0.172-0.979 0,-0.392 0.466-1,-0.068-0.977 1,0.000 1.621 0,0.001-0.746-1,0.001 0.217-1,0.000 0.043 0,0.000 0.200-1,0.002 0.287 1,-0.229-4.323 0,-0.425 4.283 1,-5.520 8.024 4,2.270 3.076-2,-1.369 0.739 1,0.232-0.639-4,-3.356 3.430-1,3.542-3.119 0,0.544-0.116 1,0.716-0.285 0,-1.388 3.855-1,2.630-1.698 1,1.253 0.892 13,0.893-1.378-15,1.309-13.046 6,-1.102-0.969-3,1.426-5.600-10,0.757 2.840 14,0.286-0.772-6,-0.031-0.035-2,-0.225 0.422 2,-0.323 0.669 0,-0.118 1.392-1,0.181 0.810 3,0.287 0.767 2,0.331 0.688 0,1.964-4.461 0,1.102 1.947-1,1.939 1.080 1,-1.771 3.941 1,0.068 5.109-2,-5.916 5.728 0,-3.088-0.619-1,0.926-0.462 0,-2.525 8.270-1,2.511-7.592-1,-0.082 0.866 1,-1.546 7.637-2,0.608-0.112 0,0.347 1.037-1,0.581-3.442 1,-0.269-0.041 1,-1.832 7.427 1,0.022-1.413-1,0.271-2.359 0,0.398-2.727 3,0.442-2.714 1,0.427-2.466 0,0.381-2.100-3,-1.571 1.634-1,-0.558-2.758 0,1.125-11.153 12,4.866-2.770 5,2.662-1.478-14,-1.860 3.476-3,-0.533 0.874 0,-0.144-0.436 0,1.588-8.131-2,-0.348 5.462 2,-0.399 1.531 4,-0.296 0.765-1,-0.077-0.170-1,0.473-4.747-2,-0.318-1.014 3,-0.352-0.095-1,-0.349 0.516-1,-0.460 2.468 0,-0.208 0.580-1,-0.188 0.576 0,-0.090-1.283-1,-0.215 1.846 1,-0.155 1.892 19,-0.159-1.032-22,-0.655 14.283 10,0.675 1.539-1,-0.452 3.181-4,-0.728-4.786-2,-0.823-0.356 0,-0.300-0.750 0,-1.885 2.959 3,0.797-2.392-3,9.683-6.469 5,-0.122 0.341 0,-4.841 6.835-2,-1.243 1.381 0,-0.079-2.600-2,-0.006 1.661 0,-0.001 0.810 0,-0.001 0.205 0,0.005-1.233-1,0.001-0.148 0,0.002-0.194 0,0.002-0.748 0,0.003-0.193 0,0.001-0.177 3,0.000 1.649 1,0.002-0.976-1,0.000 3.511 0,0.004-3.638 0,0.000 0.410-1,0.000-0.841 0,0.000-12.273 4,0.000-0.039 0,0.000 0.009-3,0.000-8.278-3,0.000 4.117-1,0.000-0.717 0,0.000 1.309 2,0.000 0.432-2,0.000 0.618 1,0.000 0.704-1,0.000 0.281 1,0.000 1.550 18,0.000-1.661-23,0.000 13.944 13,-0.801 2.111-1,-3.312-1.658-7,-2.645 7.823-3,-0.179 2.535 3,0.034 1.303-4,0.601 2.570 2,0.895 0.285-2,1.007-1.145 0,1.203-3.552 4,0.759-2.193 11,0.665-2.267-13,0.554-2.161 2,0.446-1.937-1,0.343-1.659 5,0.250 2.395 5,-2.751-1.688 2,-2.075-0.275 3,-0.043-1.808-13,-1.279-1.195 0,-0.008-2.718 0,1.599-5.380 1,4.009-4.014 2,0.490 1.425-1,0.097 0.775-3,0.014-4.787 0,0.049-2.146-1,0.039-5.973-3,0.031 7.125 5,0.008 3.584-1,0.031-17.990-3,0.018-0.593 0,0.006 1.456 4,0.000 2.569 0,-0.007 3.039-3,-0.005 3.074 1,-0.009 1.441 0,-0.007 1.740 10,-0.008 1.777 4,-0.005 2.049-4,-0.006 1.790-5,-0.002 1.603-4,-0.004-2.736 2,-0.006 1.161 3,-0.002 14.196 6,-2.557 1.810-6,0.095-1.213-5,-0.091 1.525 1,0.174 0.428-2,0.319-0.272 1,0.376-0.673 1,0.378-0.853 0,-0.309 3.048 5,0.789-3.235-12,1.326-12.916 15,-0.490-0.223 1,2.269-2.046-8,1.923-0.664-4,0.329 1.125 2,-0.078 2.212 1,-2.570 11.764 3,-2.117 0.157 0,0.179 3.056-2,0.038-0.221-1,0.015-2.159-1,0.002 0.840 0,-0.374 3.675 0,-0.574-0.121 0,-0.637-0.683 1,-0.622-0.967-1,0.508-2.538 1,-0.538 1.688 0,0.202-1.159 1,0.293-1.412 12,-0.773 1.805-15,0.833-14.255 6,1.999-0.036-2,1.246-2.451-2,0.038 0.287 0,0.183-1.322 0,3.343-9.466-5,-0.733 5.326 2,-0.147 0.857 1,-0.394 1.519 2,-0.614 2.103 1,-0.653 2.151 11,0.789-1.708-21,-2.316 15.247 17,-1.026-0.069-1,-0.027 2.374-3,0.000 1.647-2,0.000-1.735-3,0.000 1.887-1,0.000 1.713 0,0.000 1.482 2,0.000 0.460 0,0.000-0.433-1,0.000-0.917-1,0.000-1.140 4,0.000-1.181-3,0.000-1.471 0,0.000-1.865 19,0.000 1.686-25,0.000-14.956 14,0.000-0.882 0,0.000 0.769-8,0.000-4.995 0,0.000 5.166 1,0.000-3.471-1,0.000-1.963-1,0.000 5.007 2,0.000 0.103 2,0.000-3.607 0,0.000 2.607-2,0.000 0.414 0,0.000 0.641 2,0.000-4.450 0,0.000 3.141-4,0.000 0.729 3,0.000 0.410 3,0.000-0.430 0,0.000-0.590-2,0.000 1.637-1,0.000-2.401 0,0.000 0.793-1,0.000-1.645 1,0.000 1.395 0,0.000 1.923 0,0.000-0.023-1,0.000 0.116 0,0.000 12.383 4,0.000-0.329 0,0.000 1.187-3,0.000-0.279 0,0.000-0.519-1,0.000 1.477 1,0.000-0.528 0,0.000-1.151-2,-0.197 0.715 0,-4.840-3.180 1,-1.290-4.178 1,0.101 0.433 0,-0.001-0.020 1,0.001 0.000-1,-2.673 0.000 1,-0.306 0.000 2,-3.123 0.000-6,-2.139 0.000-1,-7.790 0.000 0,-3.290 0.000-2,-0.834 0.000 0,6.394 0.000 8,0.400 0.000-8,5.124 0.000 2,-8.080 1.252-2,9.761-0.246 2,0.712 0.174 2,-7.057 1.334 16,3.567-0.011-16,3.591-0.229 10,3.287-0.343 2,2.811-0.377-14,-0.174 1.077 1,12.127-2.076 6,-0.015-0.935 1,1.062 0.353 1,0.544 0.031-2,0.654-0.002 1,0.938-0.001-5,-0.878-0.001-1,0.533 0.000 1,-2.850 0.000 0,0.526 0.000 2,-0.229-0.237 0,4.123-1.377-2,-3.703-1.590-1,-1.380-1.016 3,3.626 0.581 3,1.982 1.181-4,0.382 1.172-3,-5.356 0.930 3,0.264 0.110 0,0.074 0.089-1,1.978 0.069 1,1.465 0.075-2,0.217 0.052-1,0.877 0.023 4,0.289 0.011 1,-0.287 0.001-4,0.032-0.007 2,-0.400-0.010 0,-0.884-0.009-2,-1.119-0.011 1,-1.183-0.008 3,-1.130-0.009 0,3.172 0.002-5,-2.763-0.015 1,0.859-0.010 6,-1.313-0.366 0,-1.769-4.470-1,-4.533-1.245-1,-0.165-1.635-1,-0.095 0.360-1,-1.191 0.880-1,-2.030 0.489 0,-0.693 1.575 0,-1.881 0.415 0,-3.101 2.522 2,-2.028-0.463 0,-3.358-0.624-5,-1.313-0.169 3,-4.108 0.125-5,-1.298 0.295 0,0.548 0.376 1,1.606 0.394 10,2.126 0.372-8,2.266 0.327-2,2.287 0.266 2,2.556 0.224 3,2.294 0.166 6,-2.288 0.127 1,3.089 0.278-3,0.866 0.071-1,-2.232-0.226 2,0.135 0.432-1,0.217 2.737-5,3.008 0.554 0,-0.788 0.767 1,-0.457 0.090 0,0.866-1.347 0,-0.496-0.037-1,-0.349 0.071-2,-0.225 0.146 1,-1.925 2.293 3,0.389 0.325-1,0.618-0.282-2,0.710-0.640 1,0.711-0.812 1,0.752-0.958 1,-4.000 1.209-3,2.069-2.562 4,-5.395 1.904 4,4.752-1.283-6,0.576-0.159-1,0.897-0.320 0,-3.190 1.020 0,3.506-1.435-1,-0.633-0.865 0,12.953-1.422 12,0.159 0.513-7,1.071 0.000-4,1.693 0.000-1,1.518 0.000-1,-0.376 0.000 2,-1.830 0.000 1,-1.745 0.000-1,3.505 0.000 0,-4.200 0.000 3,5.684 0.000 1,-0.658 0.000-7,-3.616-0.979 4,-0.787-2.555 0,0.573-1.261 2,-1.298 1.742-1,0.648 0.568-1,1.958-1.433-1,1.988-0.839 1,1.163 0.107-2,-1.966 0.718 0,-4.335 1.147 1,-7.147-3.452 3,-4.154 2.122 0,-3.248 0.854 1,-15.240 2.422-5,-1.567 0.538-5,-3.705 0.086 1,17.854 0.143 3,-23.256-0.046-7,-0.979 0.049 0,-2.370 0.029-1,0.067 0.022 12,-6.644 0.013-2,6.625 0.007-5,-39.964 0.013-8,11.007 0.001 9,15.384-0.002-2,-34.975 1.188-9,20.477 0.187 4,-9.444 0.718-1,8.874 0.210 1,10.598 0.087 16,10.924 0.004 1,10.327-0.048 11,9.180-0.082 10,7.776-0.093-6,6.303-0.097-20,4.895-0.089 0,6.901 4.882-1,7.351-4.778 1,1.038-0.909 0,-1.314-0.695 26,0.365-0.294 1,5.715 0.296-18,-2.857 0.653-10,-0.160 0.801 0,0.950 0.168-1,5.306 0.621-4,-4.120-0.986 6,7.072 0.098 0,1.256-0.340-1,-0.704-0.342-4,-1.829-0.311 8,-3.279-0.321-7,-0.963-0.161 0,-1.192-0.132 1,-2.597-0.112 2,-0.633-0.059 11,-2.428-0.046-5,5.253-0.039-8,-1.224-0.022 6,0.739-0.016 0,0.346-0.010-2,1.273-0.004-3,-0.590 0.009 0,0.660 0.001-1,6.350-0.009 0,1.002 0.007 2,6.307 0.002-1,-0.300 0.010-4,-1.962 0.009 5,2.764 0.010-3,-0.173 0.006 6,-1.962 0.006-6,-2.410 0.004 14,1.136 0.002-15,-0.062 0.002-2,-0.895 0.001 9,-12.371 0.000 0,19.180 0.001-1,-11.768-0.001-6,-0.037 0.000 0,-0.288 0.000 0,-5.939 0.000 8,13.343 0.001 10,8.374 0.000-21,-6.779-0.001 8,-0.484-0.000 1,-19.916-0.051 0,27.663-1.357-3,-1.390-0.638-3,-2.896-0.258 6,-1.887-1.422 4,-3.967-0.546-6,-4.277-0.003-2,-4.131 0.335-1,-3.715 0.522 14,-3.156 0.598-2,-2.561 0.597-7,0.893-0.644-3,-0.076 1.146 10,0.943 1.805 7,1.443 0.084-9,-1.196-1.205-9,0.446-0.669 2,0.032-0.304-1,-1.547 0.269 1,-0.319 0.069 1,-0.363 0.138 0,-0.375 0.177-2,1.124-0.040 0,-0.419 0.306 3,-0.363 0.280 0,3.722-0.138 10,-3.470 0.591-16,-12.810 0.722 9,-2.382-0.272 0,2.108-0.081-6,-3.992-0.007-1,3.080-0.004 1,-12.709-0.001-2,1.790-0.001 0,-17.118-0.001-5,-4.606 0.000 1,5.604-0.000 0,-7.352 0.000-4,-2.578 0.000 1,14.219 0.001 9,-10.031 0.000-7,-12.030 0.000 15,6.625 0.000-14,7.952 0.000 1,8.027 0.000 7,7.345 0.001 10,6.272 0.000-6,5.057 0.000 0,3.870 0.000-1,0.665 0.000-2,14.070 0.000 12,1.704 0.000 19,0.856 0.000-21,0.630 0.000-13,-5.036 0.000 0,1.219 0.000 0,9.944 0.000 2,2.792 0.000-3,0.495 0.000-1,-0.715 0.000 0,1.007 0.000 0,-0.050 0.000-2,-0.762 0.000 4,-2.812 0.000 10,3.614 0.000-14,-8.555 0.000 2,9.122 0.000-2,-1.818 0.000 17,-3.491 0.000-5,-1.653 0.000-6,-1.315 0.000 0,-2.795 0.000 0,-2.680 0.000 15,0.852 0.000-22,-14.778 0.000 12,-0.105 0.000 0,-3.754 0.000-4,0.436 0.000-3,-3.407 0.000 0,-12.642 0.000-3,-4.496 0.000-2,-1.063 0.000-1,-6.716 0.000 0,-0.607 0.000 1,1.923 0.000-3,3.473 0.000 8,4.716 0.000 8,5.405 0.000-10,5.390 0.000 32,4.942 0.000-32,4.259 0.000 1,1.104 0.000 1,15.674 0.000 5,0.433 0.000-1,-1.285 0.000 0,0.436 0.000 1,2.201 0.000 10,-2.405 0.000-5,-0.983 0.000-10,0.846 0.000 0,-0.809 0.000 1,5.737 0.000-1,1.894 0.000 0,-0.443 0.000 0,-6.470 0.000 1,16.559 0.000-3,1.595 0.000-2,-0.230 0.000 5,0.983 0.000-1,-1.118 0.000-3,-2.320 0.000-1,-1.467 0.000 9,-2.244 0.000 4,-2.536 0.000-12,-2.548 0.000 9,-3.031 0.000 6,-2.741 0.000-12,1.737 0.000 2,-3.871 0.000 4,1.581-1.519 1,-2.399-3.688-2,-0.958-0.476-1,-1.549-1.124 1,-5.116 0.190-4,-2.570 2.270 1,-2.971 1.816 1,-6.003 1.841 1,5.955 0.066-4,-2.042-0.288-1,-2.663-0.654 0,-24.314-3.601-5,-8.676-1.257-2,-3.420-0.331-1,1.570 0.907 0,0.085 0.504 1,2.392 0.660-3,3.808 0.726 1,-2.919 0.323 5,7.478 1.129 29,7.760 1.006-30,7.246 0.842 2,6.299 0.668 23,5.168 0.505 10,4.029 0.359-27,4.789 5.585 0,7.325-1.406 0,2.056-2.763 14,0.246-1.574 4,4.680-0.442-14,-4.479-0.210-5,0.811-0.033 1,2.621-0.027-2,2.689-0.020-3,4.046-0.017 0,-2.063 0.002 1,-7.995 0.015 3,16.308-0.025-3,-3.202 0.010 1,8.309-0.005 4,-17.876 0.023-3,23.529-0.015-1,2.622 0.005-3,-15.498 0.011 4,-0.524 0.003 0,6.820-0.002 4,-1.423 0.003-7,-0.336 0.002-2,-1.150 0.002 0,7.435 0.002 18,-1.486 0.001-7,-2.898 0.002 1,-5.663-0.507-7,-2.749-0.819 9,-0.335-0.925-13,-4.273-0.223 2,-3.900 0.071 11,-3.338 0.248 0,-2.711 0.334 0,0.513-0.759-4,-13.298 1.103 16,-0.278 1.473-16,-0.302 0.203-4,-4.081 2.734-1,4.519-0.994 1,-0.335-0.102-1,-3.356 1.627-1,-1.501 0.357 0,1.336-0.675 2,-1.227-0.122 1,-0.719-0.228-1,-7.099 0.238-2,-1.524-0.518-2,0.161-0.518 6,2.347-0.646-4,0.211-0.311 3,0.900-0.271-5,1.327-0.230 0,-4.622 1.217 12,1.339 0.502-8,2.195 0.114-2,2.529-0.133 11,2.517-0.277-6,1.745-0.311-5,1.408-0.359 1,2.539-0.529 1,-0.442-0.160 10,-4.108 0.068 1,-1.331-0.354-9,-1.389-0.139-3,-0.267-0.103-1,-3.250-0.075 1,-0.424-0.051-2,0.776-0.026 0,-1.399-0.011 7,0.228 0.001-5,1.210 0.008-3,2.218 0.011 12,2.651 0.013-7,2.696 0.012 12,2.499 0.010-20,-0.714-0.004-2,13.665 0.038 18,0.267 0.001 0,9.355-0.004-2,-1.126 0.000-8,1.836 0.000-3,8.608 0.000-2,3.675 0.000-1,0.332 0.000 4,2.407 0.000 4,-0.709 0.000-8,-2.567 0.000 0,-2.045 0.000 5,-2.976 0.000 7,-3.299 0.000-2,-3.389 0.050-1,-3.806 0.076 15,-3.426 0.084-18,-2.893 0.083 0,-0.021 0.504 3,-9.977 4.795 6,3.038 0.676 0,6.251-2.518 0,2.805-3.748-2,1.443-0.036-5,1.735 0.011-3,-5.049 0.014 1,0.156 0.002 0,4.840-0.002 3,-4.408 0.005-2,0.494 0.001-1,0.507 0.001 0,0.243 0.001 3,0.045 0.000 0,-0.102 0.001-2,0.290 0.000-1,2.524 0.000 0,-0.975 0.001 2,-1.347 0.000 1,-1.460 0.000 0,3.298 0.000 0,-4.281-0.001-1,-0.306 0.000-1,0.530 0.000 2,0.550 0.000 4,4.560 0.000-1,-1.016 0.000-7,1.138 0.000 1,0.182 0.000 0,-0.819 0.000 0,-1.366 0.000 2,-1.588 0.000-1,-1.593 0.000-1,2.500 0.000-1,-2.577 0.000 5,0.004 0.000 0,1.036 0.000 3,-0.108 0.000 0,-0.090 0.000-2,0.569 0.000-4,4.146 0.000-1,-2.258 0.000 0,0.412 0.000 0,-0.161 0.000 1,-0.507 0.000-1,-0.672 0.000 0,-0.690 0.000 0,-0.648 0.000 3,-0.562 0.000 1,-0.806-0.044-1,2.816-0.252 1,-2.825-0.667 0,-6.636-5.494-1,0.340 0.450 1,0.039-1.809 0,-2.078 0.863-1,-4.079 4.632-1,-0.231 1.474 0,-1.218 0.201-1,-2.504 0.156-2,-0.929 0.165 1,-0.201 0.129-1,-0.278 0.135 0,1.538 0.137 3,1.815 0.114 0,1.827 0.088-2,-1.578 0.458 0,6.334 5.384 5,1.613 0.189 1,-0.037 0.371-1,0.000 1.716 1,0.000-0.998-3,-2.135 1.315-3,-1.808 3.508 0,1.671-4.457 2,-0.007 0.498-1,0.334-0.967-1,0.376-1.298 8,-0.505 1.927-11,1.301-14.294 9,4.476-1.104-1,-1.260 1.370-4,-0.001-1.991-3,-0.218-0.862 6,-0.329-0.101-3,-0.085 1.670-1,0.575-0.021 0,0.851-1.118 0,-0.062 0.780 0,-0.314 0.936 3,-0.438 0.952 0,1.005-3.350 0,-1.718 2.663-1,-3.793 0.404 1,-4.945 6.413 3,1.160 2.063 0,0.472 8.339-4,1.073-2.943-1,0.850-1.707-1,-0.517 0.529 1,-1.538 3.657-2,0.058 1.104-2,-0.667 3.356 2,0.876-0.064 2,1.000-0.604 1,0.983-0.877-2,0.880-2.144 0,0.540-1.680 1,0.396-1.699 0,0.274-1.579 1,-0.739 2.128 2,-0.679-2.199 1,-2.304-1.663 0,-0.120-8.641 2,4.580-4.176-3,0.404 0.562 0,0.080-2.645 0,0.001 3.517-2,0.001 0.001-1,-0.002 0.271 0,-0.002 0.428-1,-0.003-0.028 0,-0.007 0.337 1,0.008-4.671 1,-0.015 1.441 3,-0.110 0.235-1,-0.587 2.037-3,-2.509 1.083 2,-3.612 5.807 1,-0.870 0.714-1,0.771 1.420 0,3.103 5.723-1,1.343 3.072 0,1.685-4.816-2,-0.087 4.409 7,0.595-3.701-9,0.782-13.411 8,-0.522-0.892-3,0.000-0.555-3,0.002 0.342 0,0.000-2.522-1,0.000-0.302 1,0.000 0.765 0,0.002 1.363 0,0.000 1.615 5,0.000-2.154-6,0.000 15.400 5,0.000 0.755 1,0.000 5.971 2,0.000-2.899-8,0.000 0.796 1,0.000 0.490 0,0.000 0.203-1,0.000-0.432-1,0.000-0.806 1,0.000-2.633 5,0.000-0.492 0,0.000-0.426-2,0.000 1.262-2,0.000-1.210 2,0.000 3.300 5,0.000-3.914-3,0.000-0.161-2,0.672-0.092 1,6.472-4.126 2,1.399-8.059 1,-3.099 0.388-4,0.271-0.973-2,-0.311-0.511-1,-0.644-0.180 1,-0.796 0.035 1,-0.821 0.168-3,-0.772 0.234 4,-0.672 0.255 2,-0.081 0.277-1,0.288 0.263 0,0.492 0.237 0,2.460-3.308-1,-1.075 4.482 1,0.272 9.236 4,-4.009 1.655-2,-0.094 0.631-5,-0.023 1.979 0,-0.007 0.964 1,0.004 3.022-1,0.008 1.273-2,0.009 0.089 0,0.457 0.300 6,0.696-1.017-5,0.783-1.745 0,0.326-1.598 0,0.016-1.378 5,-0.178-1.123 2,-0.184-1.145-4,1.034 2.201 5,0.388-3.037-3,2.535-7.375 0,0.329 1.904-1,-12.671-0.045 3,0.501-0.001-3,-4.287 0.000-2,0.050 0.000-1,-0.019 0.000-1,-1.419 2.475 2,5.150-0.616 1,-3.245 0.612 1,-0.696-0.095-1,0.005-0.258-4,1.000 0.683 3,-0.122 0.756 1,0.239 0.538-1,0.467 0.358 2,-0.141 0.466 0,1.012-0.381-3,1.042-0.578 0,0.987-0.662 0,-3.509 1.345 2,-0.431-1.341 5,1.612-0.010-1,2.715 0.590-1,0.015 0.642-3,-2.945-1.329 1,0.122-2.061 0,-1.773-0.660-3,1.370-0.367 1,-3.449-0.131 0,4.283-0.032 1,0.036-0.013 0,0.216 0.000-2,-1.090 0.004 0,-0.379 0.010 2,0.092 0.009 1,-0.766 0.010 0,0.539 0.009-1,1.180 0.009-3,1.467 0.005 9,-2.264 0.002-8,15.018 0.025 3,3.206-0.014 1,-0.640 0.000 0,1.161 0.000-3,4.972 0.000-3,-4.792 0.000 3,0.286 0.000 0,0.207 0.000-1,-0.714 0.000 1,-0.911 0.000 0,-0.957 0.000-2,-0.676 0.000 2,-0.621 0.000 4,-0.459 0.000-1,4.035 0.000 1,0.805 0.000 0,-1.953 0.000-3,0.711 0.000-1,0.098 0.000-1,-0.315 0.000 2,-0.543 0.000 0,-0.637 0.000-2,4.166 0.000 0,-4.744 0.000 4,-0.107 0.000-1,6.850 0.000 2,-3.991 0.000-6,0.422 0.000 2,-0.076 0.000 3,2.292 0.000-5,1.355 0.000-1,-0.384 0.000 0,-1.107 0.000 3,-1.472 0.000 7,-1.585 0.000-6,-1.431 0.000 17,-2.084 0.000-26,1.031 0.000-1,-13.621 0.000 18,-0.465 0.000 2,-4.945 0.000-11,-0.332 0.000-2,-2.764 0.000 0,-1.709 0.000-2,-0.902 0.000 0,-2.592 0.000 0,7.172 0.000 1,-1.151 0.000 0,-13.218 0.000-4,2.701 0.000 13,4.326 0.000-1,-18.162 0.000-9,-13.567 0.000-4,-3.370 0.000 2,1.622 0.000-1,2.003 0.000 6,1.708 0.000-9,3.534 0.000-2,-4.059 0.000 24,5.248 0.000-3,7.295 0.000-19,7.859 0.000 20,7.485 0.000 9,6.582 0.000-22,5.441 0.000 1,4.264 0.000 2,12.596 0.000 2,-0.350 0.000 0,0.570 0.000 2,7.286 0.000 38,-4.489 0.000-34,5.146 0.000-10,3.409 0.000-2,1.664 0.000 3,9.729 0.000-3,3.196 0.000-5,-0.286 0.000 3,-3.999 0.000 11,0.165 0.000-11,-1.147 0.000-1,-8.636 0.000 3,17.067 0.000 8,-0.960 0.000 0,-3.033 0.000-5,-4.005-0.043 12,-5.313-0.064-13,-5.196-0.073 0,-4.668-0.071-1,-3.936-0.064 1,-0.044-0.464 5,-13.106-3.600 6,3.154-1.479 2,-6.810-1.059 9,1.826 3.260-9,-1.035-0.578-11,-0.475-0.099 0,-1.359 0.020-7,1.484 1.166 7,-0.289 0.366-1,-7.027-0.231 0,-1.903 0.679 6,-0.226 0.617-5,-1.861 0.565-1,-0.870 0.380-3,0.516 0.298-1,1.442 0.096 13,2.530-0.034-9,2.782-0.120-2,2.727-0.166 1,2.484-0.182 1,-1.375-1.397 6,5.331-3.981 2,5.597-4.009 3,-0.338 3.879-4,0.707-0.742-2,0.699-0.309-5,0.638-0.012-1,0.546 0.169 1,0.542 1.393 0,0.776 0.271 2,0.422 0.263 1,0.158 0.246-1,1.039-0.361 2,-0.906 1.085-2,-1.123 1.149-2,1.923-0.113 0,-2.360 7.176 5,-5.874 2.937 1,0.664-0.571-1,0.215 3.276-3,0.096 3.435 0,0.029-4.421-1,0.004 2.084-2,0.004-3.530 1,0.004 9.353 0,0.002 1.465-2,0.000-0.148 4,0.000-1.749-3,-0.001-2.060 3,-0.001-2.297-4,-0.000-2.263 2,-0.002-2.057-1,0.000 2.314 5,-0.002-2.967 2,4.549-2.134 4,4.441-4.059 1,0.527-0.245-7,1.060-0.073-5,-4.056-0.066 2,0.178-0.017-1,4.784-0.015-1,0.790-0.021 0,-1.142-0.413 0,0.009-0.675 4,0.284-0.806 1,0.463-0.862-3,7.744-3.677-3,0.685-1.636 4,-1.281-0.804-3,-0.570 0.246 1,-1.422 0.876 0,-1.830 1.188-1,-3.063 1.145 0,-2.244 0.477 14,-2.168 0.276-11,-1.759 0.233-1,0.152-2.155 9,-8.844 0.864-3,-3.832 5.895-1,-1.740 0.398 1,-4.551-0.410-8,-0.912-0.104 0,-3.190-0.017-1,-1.019-0.013 3,5.340-0.014-1,-0.762-0.002-1,-6.442-0.003-3,-1.095-0.004 0,-0.594-0.003 13,-0.527-0.001-13,0.356-0.001 3,0.946-0.000 1,-2.400-0.001-1,3.838 0.001 6,1.676 0.000-8,-1.621 0.074 0,2.623 0.116 15,3.008 0.129-2,2.993 0.128-6,2.733 0.117 0,-1.284 0.837 1,7.612 4.770-3,4.799-1.119 0,2.906-3.520 6,7.702-1.129 3,-2.682-0.326-11,0.998-0.041-1,-3.469-0.023 1,0.127-0.011 0,1.237-0.010-1,-0.225-0.008 1,-0.356-0.003-1,2.163-0.014 1,-1.948 0.002 5,-2.109 0.004 10,1.765-0.015-20,-15.568 0.011 12,-0.929 0.036-1,-1.911-0.001 0,0.590 0.000-7,2.340 0.000 1,13.754 0.000 5,-1.539 0.000-1,0.916 0.000 0,3.549 0.000-3,2.900 0.000-5,1.541 0.000 4,0.168 0.000-3,-0.691 0.000 1,-1.165 0.000 0,-1.482 0.000 1,-2.148 0.000 0,-2.110 0.000 6,2.175 0.000 0,-3.349 0.000 0,-0.224 0.000 0,1.430 0.000 1,4.025 0.000 3,-4.870 0.000-8,0.208 0.000-1,0.020 0.000 1,-0.100 0.000 0,2.603 0.000 0,1.282 0.000 1,0.362 0.000 1,-2.780 0.400-1,0.009 0.668-2,3.288 0.930-1,0.534 0.277-1,0.698 0.010 6,-4.908-0.972-1,3.422 0.294-1,0.808-0.177-2,0.377-0.194 0,0.053-0.196 4,-0.157-0.189-3,-0.298-0.174-1,2.670-0.051-1,-2.205-0.226 1,-2.475-0.171 4,-2.430-0.126 9,1.469-0.120-17,-15.225-0.521 10,-0.649 0.554 0,-0.998-0.015-1,-0.952-0.001 0,0.756 0.000-4,0.824 0.000 0,-4.783 0.000-1,5.652 0.000 1,0.025 0.000 0,-2.720 0.000 1,0.176 0.000 0,0.843 0.000-2,1.176 0.000 2,-2.904 0.000 1,2.793 0.000-1,0.724 0.000-2,-0.238 0.000 0,-0.248 0.000 3,0.346 0.000 1,-0.833 0.000-1,-4.620 0.000 2,3.382-0.108-4,0.745-0.165-1,1.119-0.182 1,-2.700-0.970 2,3.063-1.648 0,5.387-3.038 0,6.546-2.268 0,-1.333 3.260 0,2.148-0.609 0,1.236-0.369-2,0.573-0.192-2,0.084 0.409 2,-0.221 0.745 0,-0.391 0.889-1,-0.922 0.941 0,-0.982 0.813 1,3.090-0.492 4,-1.348 1.712-1,-1.275 2.151-1,-0.645 0.554 1,-5.775 4.744 0,-0.127 0.066 1,-6.865-3.238-1,0.464-2.787-2,-3.861 1.375-2,-1.994 0.713-1,-0.675 0.248-1,-5.870 1.278 1,-2.963 0.467-2,-0.922-0.073 2,-1.907-0.399 2,0.409-0.567-6,1.803-0.621 1,3.330-0.627 3,3.487-0.528 14,3.517-0.449-14,3.252-0.363 14,-0.821-0.095-25,16.104-1.280 24,0.196 0.533 0,3.103 0.126-4,-0.439 0.032-3,3.019 0.010-6,-5.180 0.004 2,0.510 0.001 1,0.401 0.000-1,0.279-0.001 0,0.181 0.001 0,2.301-1.304-2,-1.062-0.705 2,-1.387-0.274 2,-1.474 0.016-8,2.868-1.586 17,-4.208 1.261-11,0.277 0.389 0,3.845 2.597 2,2.150-0.800 7,-3.728-0.776-9,0.514-0.830-1,1.407-1.768 0,0.497-0.770-1,-0.103-0.096 1,-2.494 1.154 2,-0.455 0.331 2,-0.491 0.398-2,-0.485 0.423-3,1.032 0.063 1,-0.578 0.595 4,-0.494 0.508 0,4.249-0.036 1,-3.534 0.965-1,-0.030 0.708-2,-0.620 0.075 1,0.935-6.256 1,-1.660 0.998 1,-0.467 0.520-4,0.760-0.805-1,-0.713-0.062 1,-1.226 0.631 0,-9.608 0.477 5,-0.606 3.790-1,-0.897-1.276-5,-1.988-0.731 0,-0.950-0.267 2,-4.871 0.038-5,-2.688 0.227 1,-1.117 0.320 2,-1.481 0.354 0,-0.158 0.343-3,0.672 0.308-1,4.252 0.319 2,1.471 0.158 12,1.562 0.128-9,1.534 0.101-2,1.038 0.079 0,1.210 0.059 6,0.978 0.040 2,0.394 0.036 0,-3.112 0.097 1,2.349 0.036-3,1.539-0.069-2,1.779 4.984 2,4.787 1.590-1,3.422-1.536-1,3.194-4.844-1,0.521-0.530 4,-1.074 0.068-6,-14.602 0.117 4,-1.255 0.021-4,0.214-0.003-2,-2.891 0.000 1,-1.479 0.000 0,7.593 0.199 2,-23.501 4.302-4,-7.151 2.067-5,-2.725 0.722 8,-7.197-0.602-10,-3.977-0.585-2,-0.045-0.825-2,2.535-1.454 24,-1.618-0.662-13,0.858-0.629-8,2.534-0.571-1,-7.629-0.384 41,2.367-0.525-41,4.822-0.415 0,6.102-0.316 13,6.526-0.227 36,3.655-0.192-44,8.020-0.115 3,6.885-0.051 33,5.582-0.006-61,1.695-0.196 34,14.708-0.059 0,0.176 0.487 12,-0.450 0.088 13,-0.006-0.052 0,-13.228 0.000-10,0.603 0.000-11,-2.461 0.000-4,-3.807 0.000-2,-1.746 0.000-1,-5.861 0.000-2,-2.375 0.000-2,-0.029 0.000 1,1.523 0.000 10,0.492 0.000-10,1.424 0.000 1,1.944 0.000 0,0.618 0.000 15,3.509 0.000-10,3.339 0.000 14,2.942 0.000-25,-0.218 0.000 1,13.454 0.000 18,-0.088 0.000 2,-0.109 0.000 0,4.359 0.000-8,-1.306 0.000-1,-0.274 0.000-3,-2.153 0.000 0,14.196-0.313-3,4.209-0.513-1,2.430-0.619-1,-7.928-0.146 3,0.779-0.645 0,0.512-0.673 1,14.094-3.190-5,-1.815-0.350-3,0.102-0.303 11,-4.830 0.775 9,-5.524 0.997-15,-5.455 1.042 4,-4.933 0.979 26,-4.184 0.855-26,-0.996-0.149 0,-15.460 2.234 4,1.533 1.766 0,0.925 2.024 5,-0.168-0.261-1,-3.598 1.268 6,1.696-1.493-12,-0.645-0.065-1,-0.188-0.236-1,-0.243 0.112 1,0.275 0.165-3,0.390 0.263 2,-0.302 0.438 0,1.086-0.372 2,1.132-0.531 1,-3.210 1.326 1,3.095-2.015-1,0.254-1.225 4,12.805-1.984 0,2.123 0.814-1,-0.992 0.028-6,7.226-2.847-2,5.430-2.030 0,2.779-1.357-2,6.409-1.930-1,4.880-1.493-3,1.985-0.688-1,-0.090-0.100 7,-28.338 8.098 5,32.094-9.442-6,1.663-0.136-8,-3.376 1.815 2,0.650 0.823 6,1.753 0.625 28,0.098 0.452-34,0.497 0.709-1,0.254 0.057 19,-1.535 0.390-2,-2.735 0.610-7,-2.910 0.739-5,5.764-0.599 8,-7.619 1.450 7,-7.431 1.307-9,-6.663 1.104-2,-5.615 0.884 26,-4.485 0.673-16,-0.771 0.420-5,1.637 0.812 12,-2.802-3.887 2,1.085-0.968-10,0.252-0.218-8,-0.284 0.262 1,-0.587 0.535 0,-0.727 0.658-2,-0.711 0.711 1,2.740-0.129 0,-1.240 3.170 3,-2.314 3.954 2,-0.948 0.710-1,-1.035 4.108 2,-0.294 6.005-2,0.069-4.635-5,0.175 0.374 0,-0.278-0.877 0,-0.250-0.450 1,-0.322-0.582 2,1.166 0.839-4,0.427-0.750 5,0.028-1.239 2,-0.221-1.436-2,2.166 2.326 1,-0.144-3.452-2,1.015-6.211-1,0.065 0.125 0,-0.125 0.738 4,-0.594-3.332 0,-2.852-2.649 2,-0.942-1.106-5,-1.580-0.356-2,-4.018 0.393 1,-2.885 4.878 2,0.079 1.602 0,-1.618 0.246-2,-2.663 0.176 0,-1.655 0.118-13,-0.898 0.073 20,-4.094 1.463-6,-1.537 0.773-4,0.173 0.282-1,1.059 2.647 5,0.815 1.830-2,1.355 1.068-1,-0.056 1.691 13,1.351 0.072-15,1.725-0.745 1,1.829-1.193 1,1.744-1.382 7,1.580-1.280-1,1.842-1.466-4,-1.045 0.223 0,6.244-10.503 10,0.827-0.062 0,1.101-0.393-5,3.042-3.510-4,-1.159 4.479-2,0.642-0.192 0,0.417-0.029 0,0.442-0.554 1,0.007-0.227-1,-0.292 0.007 1,0.005 0.417 1,0.202 0.671 0,3.448-2.837-1,-2.994 3.679 1,0.286-0.066 2,0.210-0.076-1,1.223-0.843-1,-0.384 0.600-1,-0.572 0.767 0,-0.656 0.820 0,3.460-1.471-1,-2.203 2.516 4,0.617 2.447-1,-0.999 4.643 1,-1.063 1.747 0,1.426 1.576 1,-3.359-1.236-3,-0.146 1.152 0,0.497 3.344-3,-1.466-2.152 1,-0.469-0.580 0,-0.433-0.989 0,-0.374-1.162 3,0.055 2.632 1,-0.740-2.146-3,-0.909-0.365 1,4.185-0.873 2,2.641-4.706 2,2.071-0.767 1,-1.087-2.940-7,-2.324-1.276 4,-0.920-0.361-4,-4.271 10.758 4,-1.499 4.045-1,-4.321 1.574-5,0.590-4.616 2,-0.895-0.334 0,-0.478 1.107 0,-0.183 0.478 0,0.013 0.050 0,-1.002 1.016 4,0.258-0.422-2,0.861-1.099-3,1.149-1.408 2,1.220-1.470 2,-1.363 0.967-1,4.180-11.862 3,1.928-1.303-2,-0.071-0.955 3,0.008 0.989 0,0.002 0.245-5,0.000 0.397 0,1.602-0.668 1,1.007 1.218 1,0.936-1.059 0,0.754-0.056-3,2.500-2.549-1,-0.590 2.000 0,-0.329 0.761 2,-0.776 1.085 1,-0.979 1.182 0,1.158-1.419 0,-11.277 4.102 3,0.428 7.040 1,5.001 3.970-1,0.262-1.107-3,0.161-1.555-2,0.253-13.033 5,-0.103 0.014-2,-0.008-0.824-2,0.000 1.330 0,0.000-0.498-1,-0.106-1.098 0,-0.163-0.238 0,-0.184 0.399 1,-0.186 0.761 0,-1.121-4.035 2,-0.476 3.538-2,-1.598 0.915-1,-1.639 2.805 1,-3.327 2.261 4,0.829 0.825 3,-1.412 0.330-7,-0.033 0.230-2,0.818 0.209 3,1.261 0.178-1,-3.124 0.799-1,3.474 1.137 0,7.007 4.338 3,0.704-0.458 0,-0.692 0.111 2,-0.044 0.427 1,-0.002-0.420-3,0.001 0.788-1,0.003-0.484-1,0.291 1.179 0,6.582-0.974 1,-2.144-2.799 1,-0.041 0.567 0,-0.418 0.437-5,-0.090-0.662 3,0.142 0.064 1,-0.162 0.016 0,3.075 4.668 0,-2.024 0.567-1,-1.923 1.248 1,-1.798-0.320 0,-1.095-3.704 1,-0.223-0.040-1,-0.152-0.346 0,-0.096-0.507 0,-0.219 4.333-1,0.188-2.724 0,6.707-8.878 5,-2.327-3.690-1,-0.602-2.452-1,-3.085-2.131-3,-0.295-1.937 0,-0.185 0.787-1,-0.096 1.662-1,-0.039 1.596 1,-0.002 1.149 4,-0.002-1.155 0,0.023 0.451-1,0.018-0.013 0,-5.701 3.593 0,-1.920 7.728 1,-2.004-0.265-3,-0.209 0.078-6,1.863 0.947 9,3.137 0.282-3,1.309 1.188 2,-0.678 0.012 0,0.057 0.569 0,-0.413 2.340-2,1.153-2.003 0,-0.069-0.518 0,-0.415-1.967 1,-1.206-0.686-1,0.987 1.258 1,3.230 0.542 3,0.270-0.089-1,-3.987-1.760 0,-1.506-4.691-2,-0.866 0.418 0,-0.964-0.013 0,0.874-0.001 0,-0.353 0.000-2,0.214 0.000 1,1.027 0.000 1,-3.468 0.000 1,-3.429 0.000-3,-2.575 0.000-1,-1.846 0.000-1,-9.266 0.000-3,-2.820 0.000-1,-0.462 0.000-1,-4.930 0.000 13,0.202 0.000-12,2.118 0.000-1,2.323 0.000 19,1.583 0.000-12,2.293 0.000-6,6.722 0.000 9,1.149 0.000 17,0.891 0.000-23,0.714 0.000 0,0.508 0.000 10,0.336 0.000 7,0.247 0.000-11,0.520 0.000-1,0.696 0.000 0,-3.254 0.000-3,2.034 0.000 2,2.108 0.000 5,2.550 0.000-4,2.146 0.000 1,1.937 0.000 0,-2.490 0.000 2,2.419 0.000 1,1.079 0.000 0,-1.978 0.000 0,-0.712 0.000-1,0.290 0.000-4,2.082 0.000 0,-1.332 0.000 0,0.418 0.000 1,0.791 0.000 0,-1.668 0.000 0,1.851 0.000 0,0.196 0.000 1,-0.037 0.000-1,-3.061 0.000 2,-1.186 0.000-1,3.458 0.000-3,-0.555 0.000 0,-2.096 0.000 1,-0.252 0.000-1,0.499 0.000-1,0.909 0.000 2,1.083 0.000 2,1.095 0.000 0,-3.256 0.000-4,3.337 0.000 2,-0.769 0.000 4,0.048 0.000 1,-0.655 0.000-1,-0.211 0.000-2,1.329 0.000-1,0.035 0.000 0,0.353 0.000 0,12.168 0.000 2,0.447 0.000 1,6.764 0.000-5,-2.672 0.000 0,4.251 0.000-2,3.448 0.000-1,1.987 0.000-1,0.880 0.000 5,-1.319 0.000-3,0.598 0.000-2,1.021 0.000 0,1.318 0.000 0,1.419 0.000 2,1.429 0.000 13,7.355 0.000-9,-12.965 0.000-2,-6.623 0.000 1,29.326-1.871-3,1.705-1.443 0,-1.718-1.058 7,-0.001-1.709-6,-3.130-0.544-11,-4.796 0.220 8,-3.384-0.710 10,-4.234-0.007 12,-4.758 0.492-23,-4.694 0.764 21,-4.275 0.870-4,-3.668 0.865-12,-2.990 0.793 0,0.375-1.414 0,-4.778-1.166 0,6.237-1.790 17,-2.176 3.299-1,0.522-0.473-10,0.077 0.326-6,0.372 0.395 0,-0.364-0.351 0,-0.179-0.067-1,-0.291 0.260 4,-0.346 0.458 0,-0.914 0.738 1,0.314-0.029-2,0.479-0.138-1,0.856 0.056 0,1.517-0.652 0,0.787-0.656 1,0.638-0.810-1,-0.050 0.190 1,3.862-1.925-1,-1.681 1.087-2,0.558 0.143 0,0.559-0.424 3,7.281-3.446 1,0.522-0.016-7,-0.982 0.806 3,-2.761 1.335 7,-2.696 1.151-5,-2.830 1.118-3,-2.697 1.010 2,-2.397 0.863 0,0.897-1.509 7,-5.223-0.909 1,5.763-1.670 12,-1.690 4.562-14,1.622-1.637-8,0.335-1.096 2,-0.489-0.670 0,0.918-0.352 2,0.283-0.127-2,-0.131 0.022-1,-0.491 0.949 5,-0.243 0.257-2,-0.699 0.279-2,-0.954 0.274 0,0.362-0.866 3,-0.252-0.265 1,-1.185 0.867-3,-0.524 0.331 2,-0.541 0.416 0,2.844-3.283 1,-1.573 1.552-3,-1.020 1.211 1,0.696 1.995 1,-5.094 9.804 4,-0.470-0.679-1,3.063 3.353-4,1.552 1.506-3,0.578 1.224 0,-0.054 1.641 0,-0.440 0.336-1,-0.641-0.495 1,-0.710 0.373-1,-0.694-0.462 8,-0.627-0.939-7,-0.691-3.353 3,-0.289-0.824 5,-0.243-0.789-5,-0.194-0.724-2,-0.153-0.655 1,-0.143 4.567 5,-0.220-1.750-1,-0.063-0.615-1,0.094-2.176 0,-0.073 0.843-2,-0.083-0.519 0,-0.604 3.689 0,-0.330-4.086 0,-3.463-2.275 0,-1.861-5.119 0,0.236 1.146 1,-1.439-3.588 1,4.324-4.972 0,1.330-2.922-4,1.150 1.205 1,0.672 4.268-1,0.116-0.185 0,0.091-0.092 2,0.065-0.015 0,0.066-5.864 0,0.053 2.006-1,0.018 0.454 1,-0.001 0.896 0,-0.007 1.083-1,-0.014 1.099 0,-0.967-3.189 0,-2.564 2.765 3,-0.438 0.973 1,-1.320 0.917-1,-0.604 1.137-2,-0.597-0.064 1,0.148 0.341-1,0.586 0.556-2,-3.240-1.414 0,3.150 2.210 0,-0.566 1.388 1,-1.199 3.551 1,2.324 2.423 2,0.193 2.731 1,3.006-1.148-1,0.393 1.836-3,0.376 1.357 1,0.159 1.935-1,0.584-2.801-1,0.094 3.709-2,-0.313 2.314 1,-0.590-0.326 5,-0.730-1.414-3,-0.280-2.022 0,0.022-2.231 14,0.205-2.170-20,-1.146 1.074-2,0.232-13.634 17,3.279-0.479-2,5.334 3.032-3,-1.219-2.008-3,-0.931-0.845-1,-1.219 0.354 0,-0.718-1.538-1,0.812 1.377 1,4.865 4.349 4,-2.811 10.295-1,-2.890-1.404-2,-0.297-0.859-1,2.049 4.886-2,-1.402-4.595 2,-0.017 0.943 0,1.558 2.385 1,2.310 7.780-4,-1.603-3.565 2,-0.472-0.550 3,-0.608-1.168-2,-0.553-3.195-1,0.142-1.463-1,0.291-1.471 2,0.528-0.736-1,2.369 1.196 10,-0.795-3.157-1,-3.922 2.528-6,1.039-0.445 0,5.385-9.677 1,-4.436-6.020-1,-1.925 2.949-2,-0.255-0.493-1,-0.228-0.076 0,-0.212 0.589 1,-0.142 0.142 0,-0.114 0.170-1,-0.087-0.695 0,-0.080 0.336 2,-0.050 0.349 2,-0.147 0.698-1,-0.750-2.945 0,-1.793 2.451 1,-3.679 5.207-1,-1.161 2.123 1,-2.557 3.255-1,2.491 2.338-2,2.904-0.794 0,-0.681 1.554-2,-1.032 0.771 2,1.364-1.441 0,-4.368 7.714-2,0.721 0.233 0,1.205-1.064 1,1.393-1.756 1,1.383-2.020 0,1.255-2.001 0,1.069-1.813 0,-0.030 1.485 0,3.108-0.969-1,0.139 0.257 3,-0.862-0.324 7,0.041 0.055 1,7.168-10.301-5,-0.474-2.397-3,-1.795 1.522-2,0.120-0.178 0,-0.056 0.461-1,1.540 0.209 1,0.690 2.393 2,-0.880 2.010 0,-0.254 0.419 0,0.248-0.373-1,0.867-0.083 1,1.320 0.012-1,-1.439-0.250 0,-1.275-1.606-1,0.198-5.615 0,-2.757-3.905 1,-0.771 4.545 0,0.396-0.131-1,0.005 0.056-1,2.530 0.138 3,1.110 0.177-1,0.140 0.188-1,0.006 0.651 2,-0.076 0.884-2,-0.122 0.952-3,-0.612-0.957 3,-0.866-0.627 2,-0.949-0.373 4,0.506-0.212-4,-0.067-0.095-2,-0.413-0.017 0,-0.593 0.035 2,-0.652 0.064-1,-0.634 0.074-2,1.243 0.105 1,0.958 0.114 2,0.699 0.108 2,0.009 0.070-2,-0.419 0.040-3,-0.647 0.018 1,-0.257 0.004-2,0.001-0.007 4,0.164-0.012 0,-0.333 0.396-1,2.230-4.126 0,-2.057 1.499 0,-1.717 1.300 6,-1.974 12.556-2,-0.045 0.852-3,-0.004 1.550-4,0.000 1.573 1,0.000-3.319 0,0.000 2.089 0,0.000 1.851 0,0.000 0.354 0,0.000-0.580 1,0.000-0.549 1,0.000-0.689 0,0.000-0.956-1,0.000-1.040 1,0.000-1.004 0,0.000 3.617 1,0.000-2.529 1,0.000-0.975-1,0.000-0.272 1,0.000 0.040-1,0.000 0.880 1,0.000-0.098-1,0.000 2.057 0,0.000-0.395-3,0.000-1.529 1,0.000 0.803 0,0.000-1.160 0,0.000-0.594 2,0.000 0.793 0,0.000 0.386 0,0.000-0.287-2,0.000-0.372 0,0.000-0.419 1,-0.430 1.886 1,-3.769-3.610 0,-2.219-5.067 0,-0.769 0.680 0,1.028-0.003-1,-0.473-3.847 0,1.208-5.823 0,2.488 3.177-1,0.239-1.837 0,0.373-0.910-2,0.423-0.260 0,-1.126-1.373 3,-0.375 0.080 0,0.076 0.773-3,0.341 1.120 2,0.475 1.233 2,0.508 1.189-1,-0.355-2.420-2,1.082 1.673 2,0.741 0.721 4,0.460 0.418 0,0.324-2.461-2,0.074 0.668-2,-0.111 1.874 0,-0.189-0.093 0,-0.036-1.215 1,0.012-1.340 0,0.000 1.102-1,0.000-0.521-1,0.000 0.179-1,0.000 0.893 2,0.000-1.636 0,0.000-2.569 0,0.000 1.397 0,0.000 0.238-2,0.000 2.994 1,0.000-0.332 2,0.000 0.116-1,0.000 0.395 0,0.000-4.702 1,0.000 1.329-4,0.000-1.352 2,0.000-0.890 6,0.000 0.629-6,0.000 1.641 0,0.275 2.556 0,1.804 0.538 1,4.262 6.221 3,-0.161 1.029 0,1.416-0.539-3,-0.051-0.062 0,0.601-0.012-1,-0.238-0.002-1,-0.283 0.001 2,-0.363 0.841-1,-0.717 1.595 1,-0.590 1.458 1,-1.766 1.353-1,0.478 0.518 0,-0.933 0.353 1,-0.263 0.759-1,-0.456 0.367-1,-0.532 0.095-1,-0.536-0.081 1,-0.494-0.182 0,-0.424-0.259 0,-0.349-0.281 2,-0.272-0.275-1,0.711 4.676 1,1.458-0.971 0,-0.425-3.489 0,0.035 0.138-1,-0.150-0.222 0,-0.255-0.432 0,0.876 4.344 0,-1.070-2.067-2,-0.787-0.691 1,-0.979-1.228 3,1.498 0.439 0,5.176-4.797 1,-0.074 1.445-2,-4.461 2.276-1,1.527-0.293-1,1.237-9.536 2,2.949-5.082-1,-3.686 4.349-1,2.684-3.890-2,-2.295 1.932 2,-1.418-0.255-1,-2.215 1.047 1,5.371 5.682 5,0.219 0.363-1,-4.039 5.751-1,-1.357 0.365-2,2.919-1.499-1,2.528-5.039 0,-0.352 0.394 1,1.494-4.873 0,-2.892-3.654 0,-1.787-1.514-2,-1.221-0.713 0,-0.885 1.501 2,-0.537 2.053 0,-0.344-0.419-1,-0.349 15.008 10,0.492 3.753-11,-0.004-3.827-1,0.000 0.191 2,0.000-0.271 0,0.000-0.532-1,0.000-0.649 1,0.000 4.061-1,0.000-1.901 3,0.000-1.131 0,0.000-0.528 1,0.000 0.105 0,0.000 0.096-2,0.000 0.201 0,0.000 0.761 6,0.000-1.350-10,0.000-12.495 7,0.000-2.237-1,0.000 1.184-5,0.000-5.624 0,0.000 4.734 0,-0.254-0.620 2,-0.410 0.311 6,-0.490 0.712-13,-0.516 0.943 7,-0.012 0.771-1,-0.863 0.296 2,-2.853-4.165 1,-0.590-1.780 4,2.308 4.378-5,-0.096 0.008-1,-0.077 0.166 0,-0.518-0.396 0,0.189 0.944 0,0.266 1.070-1,-3.019-2.307-1,1.097 3.540 5,-2.117 0.907 2,-2.082-0.350-1,1.236 1.652-2,-0.918 0.194-1,-2.992 0.273-2,-1.252 0.298-1,-0.076 0.289-1,-0.685 1.601 7,0.335 0.934-6,0.938 0.443-1,0.281 3.401 5,1.275 2.089 2,1.784 1.106-1,1.498-0.040 1,1.197-0.741-6,0.912-1.112 0,2.248-1.577 2,-0.166 1.433 3,1.022-0.332 0,0.909-0.475 2,-0.337 4.178-1,1.916-2.072 1,1.223-1.815-9,1.142-12.592 10,-1.486 0.143 0,0.019-0.988-6,1.272-3.238-13,0.820 2.984 22,0.715-0.590-9,0.576-0.185 0,1.315-1.044-3,0.532 0.980 2,0.376 1.251-1,0.178 0.561-1,-0.604 0.726 5,-0.805 0.470 1,-0.761 0.627-1,1.458-2.527 6,-1.081 1.116-6,-0.245 1.292-1,0.846 0.280 0,0.225 10.775 5,-4.696 5.119-3,-0.097-1.410-5,-0.018 2.428-1,-0.009 1.392 3,-0.001-0.107 0,-0.001 0.813-3,0.001-0.051 0,0.001-0.632 0,0.001 1.628 7,0.002-0.660-5,0.003-1.105-1,0.003-3.390 0,0.002-0.566 9,0.000 7.852-4,0.004-5.702-1,0.000-1.307 3,0.002-1.414-3,0.000-1.363-1,0.791 2.915-2,1.531-4.717 2,3.641-2.837 5,0.356-3.036 2,-4.718 6.154-7,-1.591 0.236 0,-0.010 1.099 1,-0.129 2.594-1,-0.240-2.160-1,-0.569-0.237 0,-4.485-4.941 0,-0.796-2.817 1,2.588-5.808 1,3.315-3.138 2,0.257 2.622-4,0.059-0.708-1,-0.426-0.894 1,-2.585 1.493 1,-1.423 0.722 1,0.584-1.405-1,1.200-2.133 0,0.457 0.762-1,-0.079 1.508 0,-0.230 1.586 0,-1.678-0.600 0,-0.566 2.009 0,-2.927 1.852 2,1.460 1.569 1,-2.045 0.457 0,1.549 0.374-3,12.744 0.175 6,-1.351-4.390-4,0.749-2.159-4,-0.636-3.367 2,-2.852 3.593-1,1.036-4.832 1,-0.942 3.228 0,0.613 1.315 0,3.596 6.904 0,-0.593-3.967 2,-4.985-5.002 4,-0.512 1.947-4,-0.123 0.158-2,-0.051 0.081 0,-0.017-0.196 0,0.006 0.324 1,0.001-3.813 0,1.186-0.994 0,0.764 4.345 0,0.297-0.326-2,0.013 0.123 2,-0.167 0.397 0,-0.270 0.536 0,0.896-5.863-2,-1.795 4.607 0,-0.263-0.252 3,0.084-0.322 1,0.340 0.063-2,0.450 0.597-2,0.493 0.894 0,2.879-1.672 5,1.439 1.550-4,0.538-0.748 3,-1.413 0.309 0,-2.343 0.027-2,-6.563 0.418 0,-2.166 1.831 0,-0.024 0.666 0,-3.349 2.760 2,-0.236 0.620-1,-1.863 0.088-4,-0.751 0.078 1,-10.379 0.020-4,6.866 0.082 1,-10.635 1.445 7,-1.693 0.778-7,0.800 0.295-3,7.868-0.635 7,1.312-0.098 0,1.390 0.248-4,1.384 0.483 3,1.419 0.227-2,1.384 0.034 5,1.288-0.105 11,-1.381 0.638-6,2.729-0.485-3,2.494-0.521-1,-1.021 0.846-1,8.869 2.858 2,-0.903 0.194 1,3.163 0.997-1,2.685-2.254-2,0.295-0.230 1,1.337 1.118-2,-2.223-1.125-1,1.519 1.139 1,0.158 0.495-1,-0.477 0.253 0,2.409 1.476 0,1.222 0.683-1,0.387 0.136 3,-1.063-1.132-2,-0.802-0.938-2,-0.998-1.102 0,-1.047-1.122 1,-1.002-1.057 0,2.939 0.857 4,-2.392-2.540 0,1.060-2.016 2,-0.542-1.158 0,-0.571 2.181 0,-4.321 5.194-2,1.753-0.828-1,7.775-2.672-1,-4.750-1.635-1,-0.041-0.230-1,1.537 2.352 0,-2.183 1.942 1,4.253 2.830 4,-3.200-2.114-3,-0.544 0.276-4,-0.384-0.328 4,-0.257-0.672-1,-0.155-0.830-1,3.617 2.164 3,-3.167-1.715 1,-1.946 0.856 0,0.224 1.340 1,2.414-1.576-2,-2.430 0.095-1,-2.531 1.198-2,-0.935 1.368 3,2.288 2.474 0,1.643-1.783-3,-0.007-2.929 0,1.109-1.801 2,1.025-3.326 0,0.908-1.235 1,0.549-0.703 1,-0.312-4.005-2,-4.004 0.512-1,-0.485-0.540 0,-0.576-0.118 0,1.147-4.974 0,-1.873 1.370-1,-1.350 2.000 0,-0.807-0.900 5,-0.306 1.518-1,0.094-2.138 0,0.073-1.434-1,0.069 0.578-2,0.047 1.146-1,0.030 1.301 1,0.017-1.404 0,0.005 1.557 3,-0.003 0.553-1,-0.004-0.102 0,-0.002-2.751 0,-0.002 0.170-2,0.000 1.916 0,0.000 0.265 0,0.000 0.476 1,0.000-0.542 0,0.000-0.501 2,0.000 0.837-1,0.000 0.490 0,0.000-1.157-1,0.000 0.154-1,0.000 0.810 2,5.926-0.872 0,-1.325 2.643-1,0.050-1.872-2,-1.759 0.509 1,3.317 4.444 2,0.262 1.654 0,-3.639 7.534 1,-2.467 4.125-3,-0.271-5.301-1,-0.018 4.787-1,-0.064-4.178 1,-0.016 0.035 1,-0.010-0.101 2,-0.011 5.002 0,0.011-5.656-2,0.001-0.089 1,-0.001-0.183 0,0.000 2.209 1,0.003 0.128-3,0.003-0.361 0,0.002-0.640 3,0.002-0.764 0,0.000 4.735-2,0.004-1.326-1,0.000-1.585 5,0.000-2.095 0,0.000 0.129-3,0.000 0.679 1,0.000-0.448 0,0.000-0.132 0,0.000 1.222 1,0.000 0.161-3,0.000-1.061 1,0.000-0.242-1,0.000-0.432 0,-6.310-1.712 2,-0.888-4.074 1,-2.657-0.263-3,-1.110-0.653-2,-0.502-2.836 3,2.207-0.255-2,-2.279-2.705 1,2.199-0.193 1,3.672 2.176 1,-2.724-1.076-2,2.853 2.257 0,-7.436-3.202 0,-1.761 0.011 0,-0.772 0.529 0,-0.369-0.115-2,-0.496 0.128-1,0.076 0.501 0,-4.328-0.972 4,-0.744 0.132 0,0.857 0.587-5,-5.181 0.344 9,-1.514 0.163-9,0.871 0.041 10,-4.379 0.615-8,-4.398 0.071-7,-2.221 0.060 10,-0.643 0.052 1,3.057 0.863-11,-0.966 0.308 0,0.485 0.356 0,-19.419-2.091-5,-1.496-0.841 39,2.398-0.534-39,-1.907-1.163 28,2.554-0.111-27,5.085 0.543-1,4.167-0.523 50,6.019 0.290-46,6.652 0.764 2,6.489 0.995 10,5.841 1.052 30,4.954 0.999-35,4.210 0.905 1,3.175 0.718 9,-0.128 0.017 13,0.834-2.396 1,5.362-3.352-18,0.470 0.903-1,0.098-0.511-3,2.897-2.431 1,2.038 3.428 0,1.362 0.224 1,0.690 0.546-1,1.460-0.184-2,-1.923 1.410 0,0.729-0.183 2,11.951-4.720-2,3.249-0.205 1,1.074 0.629-2,6.122 1.091-1,1.767 1.285 0,-1.067 1.295-6,-7.552 1.099 18,-0.787 0.113-7,-1.328 0.244-5,-1.544 0.330-1,-1.620 0.372 8,-0.551-0.073 12,-2.004-0.072-18,-1.891-0.213 1,0.092-0.789 10,-3.056 0.196 0,-2.735 0.338-5,0.892-2.000-1,-5.858-1.321 3,-5.732 0.583 0,-3.796-0.844 2,-4.535-1.207-3,-2.192-1.515-7,3.895 2.618 1,-0.091-0.077 2,-2.031-1.414-2,1.591 1.087 2,1.912 1.312-1,1.929 1.329 0,-1.646-1.150-2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24T21:33:01"/>
    </inkml:context>
    <inkml:brush xml:id="br0">
      <inkml:brushProperty name="width" value="0.0529194456206428" units="cm"/>
      <inkml:brushProperty name="height" value="0.0529194456206428" units="cm"/>
      <inkml:brushProperty name="color" value="#f9fbf8"/>
      <inkml:brushProperty name="ignorePressure" value="0"/>
    </inkml:brush>
  </inkml:definitions>
  <inkml:trace contextRef="#ctx0" brushRef="#br0">18747.000 10433.000 767,'0.000'6.066'0,"0.000"0.276"0,-5.187-0.769-5,-3.620-0.010 5,3.703-1.288-3,-0.386 0.993 1,-0.418 0.834 0,-2.758 3.259-2,-0.574 2.063 3,-0.081 0.872 0,0.243 0.044-2,3.477-5.252 2,-4.075 5.184 0,0.076-0.195-1,0.341-0.596-2,4.026-4.610 7,-4.515 6.613 2,0.812-0.762-9,1.294-1.644 4,1.466-2.032 5,1.438-2.078-5,1.293-1.921-1,-0.403 0.397 0,4.537-11.882 2,-0.673 0.245 1,1.158-0.627 2,2.119 1.254 0,1.414-1.738 0,0.732-1.042-7,0.217-0.507 1,2.128-2.403-1,0.298 1.124 0,-1.180 0.977 0,0.457 0.316 0,-0.247 0.461 4,-0.684 0.520 4,0.880-0.955-2,0.065 0.032-5,-0.293 0.447 0,-0.492 0.674 4,-0.578 0.761-2,-1.082 2.197 0,-0.016 0.278-2,-0.244 0.027 0,0.923-1.091 2,-0.919 0.786 3,1.838-1.933 5,-1.889 2.435-10,-5.812 10.278 4,1.183 0.010 1,-5.920-1.119-2,-0.226 2.433-2,-2.725 6.343-2,2.998-3.665 0,0.319 0.370 1,0.187-0.200 0,0.090-0.535 0,0.023-0.697 0,0.399-1.133 0,0.702-1.481 3,-1.809 2.044 1,1.423-3.934-1,5.291-10.690 4,-0.615-0.029 0,-0.135 0.106-2,-0.262-0.893-3,-5.921 5.741 0,1.621 6.390 1,-0.563-1.397-1,-2.037 0.589-1,-7.524 4.785-3,3.321-1.556 1,-2.221 1.628 0,2.419-1.463-1,-10.657 7.425-1,0.142-0.396-2,1.430-1.480 5,2.110-1.817-2,3.273-2.447 1,3.303-2.360 2,3.025-2.099 0,2.588-1.751 1,-0.158-1.016 1,6.831-8.257 9,1.468 0.563-2,0.433-3.473 2,3.895-2.433-4,-0.031 2.999-8,4.315-5.228-3,-1.342 1.814 3,0.538-0.609-2,0.010 0.100 3,-1.178 1.695 0,-0.062 0.339-2,-0.457-0.052-3,2.206-3.211 2,-2.542 2.862 2,-0.689 0.196 8,-3.849 5.419-2,4.956-8.032 1,-4.949 8.094-6,6.237-9.083-1,-0.725 1.609 3,-1.235 2.185 2,-1.434 2.337-3,-1.426 2.223-1,1.169-0.634 1,-4.462 12.783 2,-2.146 0.873 0,-0.515 1.404 3,-3.725 3.844 1,1.455-5.028-7,-0.909 2.431-2,-1.136 0.057 1,0.873-0.741-2,0.311-0.494 2,-0.348 0.444 1,-1.942 3.042 4,-0.515 0.162-4,-1.418 1.776-1,0.811-1.631-1,1.165-1.978 1,1.278-2.016 2,1.232-1.861-1,-0.855 1.766 2,2.627-2.175 0,5.634-0.084 0,6.159-8.725 12,-3.774-0.427-9,0.520-0.873-5,1.603-0.183-1,0.797 0.259 0,0.233 0.509-1,-0.784 0.651 3,-1.153 0.620 1,2.924-0.719 1,-4.088 1.390-6,-12.193 2.314 8,-0.191-2.269 2,1.270-4.220-6,-2.768 3.157 0,-0.363 5.432-2,1.707 4.337 1,2.416 0.038 3,1.725-1.402-3,3.114-12.004 3,-0.458-1.594-1,3.108 2.373-1,2.196-1.394-4,1.372-0.277 6,0.749-1.382-6,0.304-0.603 1,0.001-0.075-1,-0.820 0.792 4,-0.951 0.891 2,-1.083 1.029-5,-1.073 1.031 1,1.111-2.815 1,-2.799 2.722 3,-1.922-1.351 1,-1.875 0.965 0,1.600-0.066 0,-0.051-1.114 1,1.340 0.800-4,0.713 0.637 0,0.267-0.815-1,0.641 1.142 0,0.840-0.073 0,0.607 0.017 0,0.414 0.078-1,1.020-0.747 2,-0.422 0.549 1,-0.684 0.635-3,2.336-3.111-1,-2.966 2.058 3,-1.784-0.550 6,-3.556 12.909-2,-0.872-0.575 1,-2.142 0.689-19,-1.541 3.795 17,-0.945 2.631-2,-0.020 1.018-4,-0.869 1.111 0,0.101-0.349 0,0.694-1.217-2,1.000-1.653 3,1.103-1.781 5,1.077-1.711-2,0.916-0.170-3,0.864-1.066 0,0.032 2.925 22,3.153-16.714-18,-1.317-0.290-2,-0.012-3.171-1,0.004 3.635-1,0.799-4.556-10,0.539 4.756 21,1.417-1.894-10,1.081 0.415 1,2.144-1.435 0,0.665-0.231-1,-0.147 0.209 0,-0.449 0.708 1,-0.951 1.469-1,-1.031 1.593 1,1.216-1.135-2,-3.369 12.816 7,-5.747 0.188 1,-1.140-1.077-6,0.548-0.210 0,-0.099-0.255-1,-1.485-3.005 0,-0.003-2.078 0,-1.683 8.978 4,2.887-1.877-9,-1.636 1.353 6,-1.481 1.402 0,-0.784 0.629-3,-0.261 0.071 0,-2.987 3.499 0,-0.391 1.123 0,4.956-6.092 0,-0.020-0.340-1,-2.152 2.747 10,-2.508 1.897-7,5.124-5.372-1,-2.379 2.029-2,-2.499 1.735 8,1.443-2.057 1,1.770-2.148-4,1.818-2.022-1,1.694-1.773 1,-0.952-0.603-1,4.223-8.685 3,3.243-0.570-1,0.247-1.452 2,0.096 1.934-1,2.457-2.135-2,-0.453 3.092-2,0.469-0.291-1,2.443-2.771 0,-0.252 0.224 1,-0.662 0.529 2,-0.869 0.678-2,-0.928 0.718-2,1.379-3.563 11,-2.150 2.741-14,-3.915 13.570 13,0.321 2.058-1,-1.334 2.230-9,-0.291-4.257-8,-0.155-1.182 20,-3.417 4.342-13,-1.637-0.739 2,3.728-4.358 2,-1.566 2.796 6,2.233-2.413-8,7.601-9.397 4,-0.094-1.123 0,-0.134 0.506-1,3.200-5.143-8,-1.771 2.203 10,1.569-1.692-6,-3.381 4.237 1,8.857-10.783-1,0.119-0.610-4,-1.025 0.552 3,-0.221 1.195 0,-1.129 1.491 2,-1.597 1.547 2,-1.858 2.183-1,-1.637 2.088 8,-1.474 2.001 4,0.644-0.286-17,-4.212 11.792 13,-4.520-1.370-2,-1.791-1.286-22,-1.319 0.007 10,-1.214 0.560 31,-0.623 0.667-25,-0.151 0.821-1,3.022-1.196 0,-0.106 0.674 1,-6.271 6.292 1,-0.504 1.637-1,-2.039 1.404-4,0.984-1.320 3,1.912-2.028 1,2.295-2.274-3,2.323-2.216 11,2.130-1.984-9,-0.148-0.115 0,9.514-8.989 4,1.105-0.279 0,-0.805 0.608 0,2.087-4.060 3,-1.640 2.216-1,3.095-2.684-2,2.470-2.965-6,-2.793 3.697-4,0.783-0.794 10,0.165-0.549-3,2.331-3.041 0,-1.431 1.296-1,-1.795 1.856 12,-1.867 2.039-12,-1.751 1.978-2,-0.267-0.214 0,-9.568 9.979 8,-1.420-0.462 1,-16.207 11.309-1,-1.944 0.953-10,-2.890 1.047-3,-5.477 3.855-3,-0.994 1.071 1,1.850-0.732-1,5.967-4.298 11,1.351-0.834 10,2.343-1.188-16,12.911-8.557 3,-14.869 9.569 10,3.246-2.222 7,3.803-2.599-20,3.841-2.618 20,3.550-2.418-5,3.077-2.097-11,-0.578-0.510 2,9.200-10.742 2,3.150-2.833 2,-1.166 3.205 7,0.810-0.750 2,0.553 0.059-12,2.002-2.389-6,-0.923 1.631 2,1.267-0.517 3,2.054-1.501 2,0.782-0.172 1,-2.137 2.265-4,-0.283-0.024-1,-2.990 3.509 2,8.200-7.022 0,-0.186 0.757-1,-1.130 0.891 2,-1.167 1.375 5,-1.097 1.556-5,-0.958 1.538-3,-1.842 1.836 2,-0.525 0.885 4,4.216-0.522 3,-0.773-0.828-3,-1.340-0.048 2,-0.974 0.881-5,-0.659 1.331-1,1.074-1.468 0,5.518-3.716 3,-4.550 1.754-4,-0.034-0.310 0,-0.457 0.054 0,-0.680 0.272 0,-0.759 0.386 1,-0.903 0.659-1,1.989-1.533 0,-3.020 10.356 11,-10.905 7.821-3,-1.905-1.055-8,-9.571 5.662-5,-4.998 2.720-2,-1.597 0.467 1,1.276-1.250 6,10.027-7.638-3,0.378-0.339 0,-7.035 6.963-2,4.949-4.590 1,-2.096 1.663 10,2.975-2.586 8,3.118-2.603-7,2.960-2.410-4,2.629-2.096 8,0.457 0.491-12,13.094-5.739 8,-0.879-1.468-2,4.398-2.560 6,-2.585-0.110-7,-1.054 0.093-4,8.269-5.597-2,-5.202 3.392 1,0.639-0.624 1,4.947-3.565-2,0.853-0.440 0,0.554-0.607 1,6.855-3.900-2,-2.028 1.451 3,-3.378 2.088 1,-3.907 2.294 1,-3.887 2.221 0,-3.536 1.981 0,-3.016 1.664 4,-12.430 0.575-2,0.207 4.126 0,-0.642-0.585 0,-20.514-0.246 16,-6.141-0.146-25,-3.732-0.044-3,-4.573-0.035-2,-1.716-0.022-1,1.777-0.018 1,-0.117-0.011 7,4.916-0.007 16,6.237-0.005-20,6.548-0.001 1,6.207 0.002 17,5.489 0.000 10,4.595 0.002-21,1.070-0.003 0,14.298 0.002 3,0.245 0.013 1,0.665-3.210 8,0.372-3.436 7,-0.886 1.098-2,0.912-0.401-17,0.359 0.130 0,-0.667 1.255 1,0.477 0.453-2,0.374 0.518 1,0.635 0.537-2,3.351-0.162 6,-1.187 0.896 1,-1.789 0.748-4,-1.987 0.591 7,1.616 0.224-10,-14.678 2.109 7,-4.872 3.071 0,-0.018 0.190-2,2.995-1.016-2,-7.457 4.596-3,-0.343 0.842 0,1.355-0.285 1,2.265-0.944-56,2.620-1.257 74,2.603-1.340 20,0.016 1.549-33,12.344-2.853-1,2.416-4.915 1,1.476-2.197 1,-2.849 1.023-2,3.072-0.924 1,0.312-0.534 0,-0.650-0.498-1,0.357-0.058-2,-0.894 0.394 1,-1.437 0.575-1,-1.641 0.631 1,1.095-0.830 5,-14.460 1.660-3,-1.048 1.882-1,-28.132 1.441-6,-9.824 0.718-6,-3.930 0.267-1,0.162-0.048-3,4.094-0.239 1,6.171-0.335 4,6.938-0.368 0,6.825-0.355 3,6.185-0.319 15,6.218-0.281 35,5.038-0.206-61,20.037-0.962 40,1.572-2.046 4,-3.976 0.283-17,15.797-5.450-22,-1.374 0.439 9,1.864-0.394-3,0.273 0.195 5,1.990-1.042-6,-0.689-0.321 0,-1.801-0.003 1,1.028-0.488 0,-3.719 1.235 21,-4.239 1.440-11,-4.204 1.449-8,-3.837 1.333 25,-3.289 1.150-22,-0.872-0.172 1,-11.759 2.805 3,-3.136 1.059 0,-1.148 0.965 10,-4.536 1.282-7,-2.641 0.984-8,-12.737 2.068-6,-5.989 0.587-1,-2.047-0.208 4,-1.605 0.712 2,-3.737 0.994-9,-0.906 0.432 1,1.061 0.025 11,6.646-1.368 8,2.227-0.632-16,2.462-0.766-1,2.870-0.828 2,3.021-0.831 0,-3.492 0.138 23,6.830-1.321 13,6.321-1.079-22,5.441-0.832 9,4.418-0.610-23,15.644-3.048 19,-2.508 0.444-1,0.874-0.284-39,0.375-0.036 26,1.290 0.023 41,-0.239 0.626-40,5.681-1.286-2,0.240 0.373 7,-1.918 0.626-4,2.350-0.413-2,17.721-2.304-4,-11.304 1.824 2,-6.188 0.967 2,29.790-2.156-5,5.049 0.370-1,0.932 0.469-2,-1.908 0.507 8,3.304-0.928-6,-4.615-0.137 0,-6.179-0.106-3,-6.729-0.079 2,-6.582-0.053 38,-6.006-0.036-15,-4.934 0.263-17,-5.175 0.757 15,-4.211 0.877 16,-0.950 0.444-31,-12.224 6.587 16,-4.850 0.335 1,-1.337 0.419-12,-1.216 0.244-3,-1.566 2.422-2,-0.228 0.794-2,0.615-0.274 2,1.310-0.599 7,2.055-1.031-3,2.157-1.091-3,2.028-1.033 0,1.774-0.907 2,-0.341 2.084 5,4.456 0.664 1,6.155-4.938-1,9.896-1.871 5,5.773-0.951-15,2.200-0.992 0,2.662-0.456-1,-0.123-0.090 0,-1.829 0.143 1,-3.726 0.306 0,-3.904 0.320 14,-3.990 0.329 8,-3.727 0.307-24,-0.139-0.204-1,-16.074 0.696 16,0.370 0.612-1,-0.226 1.360 1,-2.513 0.751 0,-1.703 0.275-5,-16.838-0.043-10,-9.420-0.233 0,-4.060-0.333 2,-11.561 2.874-9,-4.073 1.845-1,0.886 1.054 0,-6.969 0.247 28,2.109-0.704-30,6.340-1.069 3,8.334-1.194 44,11.804-1.218-34,7.403-0.570-3,6.744-0.403 3,5.826-0.265 1,4.811-0.158 24,3.805-0.080-11,10.085 4.165 17,1.987-6.698-27,0.301-0.940 18,3.796-2.086-4,2.155-0.962-18,1.220-0.236 5,-0.107-0.388-2,0.791-0.685-3,-0.072-0.369 1,-0.651-0.135 1,-0.871 0.887 5,0.604 0.395-2,5.500-0.401-5,-2.959 1.604 3,0.615-0.228 6,-3.397 0.960-2,11.675-2.917-4,-8.921 2.221-1,-4.702 1.193 2,30.870-3.636-1,4.705 0.672-5,-0.528 0.856 2,-0.943 0.903-2,-3.883 0.852-3,-5.371 0.752-1,-5.376 0.724 3,-5.468 0.615 20,-5.431 0.520 2,-4.964 0.416-17,-4.276 0.319 22,-3.496 0.232-9,-0.660 1.298-10,-9.068 3.863 0,-4.614-1.088 0,0.397-2.867 5,-1.996 0.654 0,-8.901 1.988 2,-5.369 1.305-14,-2.743 0.771 7,-3.751-0.115-8,-3.766 0.241-2,-0.790-0.251 0,1.263-0.566 10,-2.649 0.186 0,5.915-1.215-9,6.373-1.183 1,6.093-1.060 4,5.394-0.893 32,4.493-0.712-47,18.914-0.516 46,0.213-0.959-9,6.618-1.427-15,3.499-0.739-9,1.290-0.255 1,0.683-0.407-15,-1.088-0.469 13,-2.086-0.468 20,-1.131 0.048-19,-1.870 0.361 14,-2.173 0.524-7,-2.708 0.579 2,-2.815 0.566 5,-2.645 0.511 0,0.594-0.202-18,-14.130 1.557 18,-2.911 0.308 2,-0.695-0.200-10,-2.932-0.011-2,-6.523 1.795-4,-5.505 1.152-1,-3.155 0.641-1,-1.362 0.253 6,-13.712 1.818-8,-3.104 0.308-3,0.587-0.246 0,-2.145-0.202 14,5.271-0.896 1,7.015-0.949-12,7.477-0.901 2,7.109-0.790 8,6.272-0.658 29,5.219-0.518-32,1.868-0.213 1,16.241-1.127 4,-1.554 0.308 0,1.684 0.018 16,4.212-2.397 8,2.900-1.351-30,1.498-0.576 3,6.854-2.214-53,1.928-1.064 95,-0.560-0.452-48,-15.942 5.199 8,15.304-4.663 1,0.725 0.078-10,-0.459 0.539 1,4.386 0.050 16,-1.550 1.242-10,-2.860 1.249-6,-16.089 2.993 4,10.314-1.199 10,-2.094 0.742-1,-2.138 0.620-11,-0.911 0.454 10,-3.246 0.486 24,-2.978 0.334-38,0.840 0.448-1,-15.591 1.411 18,0.698-1.807-1,-0.146 0.039-2,-1.266 2.268-5,0.469 0.135 1,-0.040 0.140-3,0.677-0.138-1,-3.013 1.453 4,3.653-0.722-4,12.549-2.375 6,-0.533-0.879-1,2.158 0.065-1,0.367 0.030-1,-1.088 0.012-2,10.104-0.008-3,1.468 0.009 1,-0.242 0.007-1,0.317 0.005 2,-1.895 0.004 1,-2.644 0.003-1,-2.860 0.002 0,-2.730 0.001 6,-2.407 0.000 2,1.331 0.003-4,-1.981 0.002-3,-2.125 4.813 8,-8.832 2.223 10,-1.623-2.052-17,1.244-1.617 0,-0.910-0.199-1,-2.512 2.444 0,2.868-1.964 1,0.058 0.087 1,0.373 0.075 0,0.563 0.062 1,-1.171 1.754-3,0.829-1.432 1,0.305-0.452 1,-2.851 2.221 2,2.779-1.818-1,1.362 0.835-1,3.971 1.005-1,9.837-2.955 5,7.989-2.579-5,6.360-0.117-6,2.792-0.100 2,2.366-0.088-3,1.332-0.057-1,-0.529-0.043 1,-1.680-0.033 1,-7.488-0.018 19,-1.834-0.010-17,3.187-0.015-2,-4.824-0.006 2,-4.647-0.002 1,-4.116 0.003 43,-0.247-0.016-48,-15.474 0.001 15,-4.081 0.043 4,-2.530 0.001-9,-3.142-0.000 1,-1.905 0.000-6,-0.516 0.000-1,-2.524 0.000-1,-10.209-0.001-3,10.891 0.000 3,-10.474 0.000 4,6.197 0.000 3,-20.397 0.000-6,17.875 0.000 1,-8.816 0.000-1,-12.104 0.000-1,4.621 0.000 0,6.643 0.000 5,7.299 0.000 5,7.070 0.000 1,6.319 0.000 1,5.314 0.000-9,4.242 0.000 1,14.447 0.000 4,-1.447 0.000 0,-0.279 0.000 6,1.025 0.000 14,4.844 0.000-2,1.193 0.000-24,2.051 0.000 0,-3.408 0.000 2,-2.513-0.450 0,7.626-1.249-1,-3.588-0.723 1,3.369-1.609-1,-5.288 1.040 6,-0.317-0.019-4,1.505-0.305 0,3.210-0.730 0,-2.211 0.623 3,-2.598 0.677-2,-2.609 0.650 10,-2.387 0.578-13,0.235-0.167 0,-13.442 1.868 6,0.554 1.389 1,-5.598 2.835-15,2.208-1.303 26,-2.332 0.506-32,-1.117 0.105 27,-9.465 2.430-11,1.680-0.525-5,0.503-0.311 0,2.171-0.635 6,3.015-0.784 0,3.281-0.808-5,3.173-0.755 5,2.837-0.662 7,0.410 0.141-15,17.596-1.761 24,-2.267-0.215-12,1.398 0.017-3,7.383 0.023-1,3.495 0.024-6,0.810 0.025 7,-3.034-1.036-5,1.198-0.966-1,0.144-0.857-1,5.086-1.472-1,0.091 0.165 13,-0.118 0.189-10,-1.397 0.384-3,1.565 0.116 18,-3.471 0.694-11,-4.125 0.667-6,-4.184 0.594 2,-3.867 0.502 23,-3.350 0.399-21,-0.587 0.132 1,-13.553 1.172 3,-1.918-0.330 0,1.363-0.198 7,-10.154-0.042-2,-7.830-0.008-13,-4.739-0.009-1,-2.337-0.005-2,-11.719-0.005-2,25.382-0.005 5,-31.106-0.001-8,-9.374-0.002-3,-10.160-0.001 18,-5.529-0.001-6,-4.303-0.000-10,-0.119 0.000-4,-24.746-0.143-10,8.124-0.221 20,12.800-0.250-2,14.691-0.250 19,14.690-0.229-10,13.507-0.197 25,11.688-0.162-21,9.611-0.127-6,7.545-0.095 4,5.643-0.431 0,4.915-3.781 8,12.265-3.920 68,0.554 4.463-34,5.546 0.665-40,2.640 0.703-10,0.410 0.766 3,3.275-0.179 5,3.443-0.510-6,1.210-0.367-1,-0.372-0.246 13,2.768 0.262-14,1.842 0.301-1,0.394 0.425 0,17.778-1.945 19,3.441-0.687-20,-1.012-0.352-4,7.028-0.148 23,0.245-0.007-26,-3.950 0.080 1,-2.055 0.938 46,-2.666 0.755-45,-5.116 0.842 2,-1.226 0.684 25,-6.013 0.869 2,-6.548 0.744-23,-6.150 0.591 11,-6.572 0.491 18,-5.672 0.356-16,-4.625 0.244-5,-3.582 0.154 5,0.412 1.284 1,-0.256-1.397-1,-0.085 0.027 0,0.679 0.004 1,3.648 0.000 1,-0.798 0.000-1,2.534 0.000 2,2.030 0.000-9,4.198 0.169-3,-0.546 0.267 0,-1.601 0.312 0,-2.178 0.319 4,-2.400 0.303 0,-2.378 0.270-1,-2.198 0.230 2,0.605 1.717 2,-11.946 1.925 6,-4.298-2.438 5,-0.016-0.044-9,-2.853 0.423-8,-3.055 0.139-1,-3.853-0.071 0,-11.185 1.795 0,8.369-2.057 0,-14.673 1.784-1,-10.084 0.258-3,-12.842-0.064-2,26.737-2.492 5,-93.217 6.543-20,-16.025 0.434-3,0.111-0.549 0,5.085-1.104 10,14.761-1.358-6,19.482-1.399-4,20.760-1.306 6,19.808-1.141 6,17.561-0.942 98,17.604-0.828-61,9.335-0.422-29,7.797-0.327 8,20.571-0.411 3,11.253-0.195 51,-6.267 0.089 29,11.219-0.870-66,14.890-1.089-36,-15.117 0.718 12,14.692-1.393-2,-20.138 1.082 6,55.657-6.570-10,6.299-2.059 5,-1.777-0.875-3,2.663-0.047 3,-4.536 0.471-8,-8.597 0.746-3,-13.264 2.134 22,-7.187 1.207 34,-7.884 1.241-48,-7.824 1.179 2,-3.747 0.812 56,-7.781 1.115-41,-6.908 0.887 45,-5.789 0.670-54,-4.615 0.481 4,-12.987 2.066 0,-0.862-1.236 2,-0.870-0.315 0,-1.455-0.185 6,0.820-0.006-2,-1.836-0.003-9,-0.750-0.001 1,0.522-0.096 2,1.488-0.148-2,1.869-0.165 0,-1.394-0.891-1,12.379-4.883 7,3.749 2.698 0,0.554 0.475-1,0.759-1.059-2,-2.262-0.601-2,0.596-0.422 1,1.209-1.374-3,-0.187-0.230 0,-0.958 0.438 0,-1.339 0.810 2,-1.461 0.966 1,0.488-1.638 2,-13.342 1.950 0,-0.600 4.326 1,-1.446 0.044 0,-9.800 0.012-9,-5.743-0.008-1,-2.767-0.023 5,-6.628-0.035-7,-3.209-0.026-1,0.365-0.024-1,-0.275-0.020 17,4.763-0.020-12,5.903-0.016-1,6.109-0.014 0,5.723-0.008 3,5.007-0.006 33,4.147-0.004-31,15.645-0.655 4,0.318-0.952 15,-1.996 0.037-3,1.584-0.434-13,21.146-5.318-10,7.698-1.700 2,2.983-0.292-4,11.058-1.214 1,3.879-0.340-6,-0.872 0.226 0,-14.195 3.242 25,-0.724 0.762-10,-0.036 0.054-10,0.459 0.348 0,-0.011-0.210 9,9.576-1.373 29,-20.907 3.391-26,3.004-0.298-3,-2.192 0.499 0,10.432-0.992 1,-6.743 1.189 2,-7.184 1.072 1,-6.858 0.909 9,-6.077 0.730 9,-5.091 0.563-22,-19.064 1.567 9,1.803 0.938 9,-1.055 0.321-8,-0.346 0.092-11,3.231-0.749 1,-7.351 2.024-2,4.767-1.216 1,-5.897 1.659-2,-2.666 0.471 11,-3.388 0.130-11,-2.984-0.119 0,-3.314-0.289 1,-12.327 0.396-4,-17.592-0.727-1,-13.123-0.741 0,-9.295-0.694-2,-19.354 2.220-6,-1.653 0.893-12,6.087 0.096 2,4.732 0.808 1,8.553 0.105 62,11.969-0.442-56,13.164-0.752 10,12.873-0.883 67,11.672-0.899-58,9.996-0.836-5,8.155-0.731 2,6.354-0.607 4,29.249 0.045 4,-0.691-1.523 98,1.780-0.021-109,8.993 0.004-1,4.305 0.022-3,1.052 0.030 7,6.586 0.038 4,3.719 0.028-13,0.141 0.025-1,1.972 0.025 30,2.084 0.015-31,-1.158 0.013 1,-3.281 0.009 10,-6.809 0.007 22,-10.810 0.005-26,8.000 0.002-3,-2.192 0.003 1,2.742 0.003 10,-5.985 0.001 26,-6.259 0.001-17,-5.998-0.001-8,-5.408-0.001 3,-4.648 0.000 8,-1.210 0.003-19,-14.505 3.753 12,-3.893 2.005 12,1.883-1.508-7,-0.402 0.043-1,0.779-0.423-11,1.250-0.573 0,-2.281 1.458 4,19.769-0.854 2,-0.674-4.024-2,1.202 0.000-5,1.716-0.006 0,-1.187 0.028-1,1.168 0.005 1,1.285 0.007 1,0.750 0.008 0,5.359-0.513-3,-0.519-0.806 3,0.910-0.832 0,-3.172-0.208-1,-3.529 0.063 4,-3.471 0.228 15,-3.160 0.313-22,-0.101-0.812-1,-13.782 0.457 13,-6.766 2.189 5,0.552 0.056-5,-1.954 0.013-9,-18.141 0.002-6,-9.833-0.005-2,-3.897-0.009 2,2.623-0.020 1,-3.054-0.008-4,-0.294-0.007-1,1.637-0.005 0,14.243-0.011 18,-9.280 0.001 4,1.912-0.004-20,2.424-0.003 1,-4.482-0.003-1,7.029-0.004 41,7.224 0.000-21,6.784-0.002-7,5.976-0.001 23,5.006 0.000-33,14.743-0.005 13,5.507 0.006 12,8.439-1.340-3,3.515-0.713-21,0.665-0.267 0,2.783-0.630 2,3.575-0.494-1,1.338-0.130-3,-0.257 0.126 17,-10.149 1.279-12,8.286-0.440-5,10.176-0.147-2,-15.552 1.293 4,9.964-0.154 6,0.477 0.314 15,0.250 0.284-16,0.125 0.252-2,-0.819 0.214 4,8.034 0.134-4,-5.207 0.232 6,-5.854 0.158-1,-5.777 0.107-1,-6.494 0.056 3,-5.753 0.024 29,-4.792-0.001-51,-1.824 0.108 13,-13.051-0.001 11,-0.854-0.221 11,-2.070-0.037 0,-2.713-0.006-11,-21.844 0.472-12,-4.445 0.727-1,-6.062 0.823 0,4.109 0.655-4,-1.705 0.596 0,0.591 0.241 0,2.155-0.020 1,-8.625 0.716 5,6.326-0.583 20,7.645-0.678-24,7.745-0.673 3,7.110-0.611 31,6.086-0.517-11,4.922-0.414-15,14.774-0.655 4,1.520-0.315 1,-2.307 0.188 13,1.073 0.015 4,-0.038 0.011-15,-0.724 0.010-6,3.001 0.006-1,-17.143 6.108 5,-3.840-2.239-3,-3.546 0.533-3,-1.391-0.038 1,0.079 0.057-3,0.984 0.112 1,1.454 0.138-1,2.446-0.408 2,2.359-0.521 1,2.338-0.623 4,-0.758 1.238 0,15.137-1.156 13,4.959-3.474-11,-0.260 0.135-4,1.980 0.015-3,4.696 0.020-2,1.785 0.021-1,-0.158 0.021 1,-1.920 0.159 8,-2.647 0.231-5,-2.954 0.257-2,-2.903 0.252 1,-2.629 0.229 1,1.152 1.602 6,-5.533 3.678 2,-4.308-0.086 0,-2.836 2.592 0,0.007-4.153-2,-4.343 1.691-5,0.388-1.648 0,-0.905-0.143-1,-4.025 1.143 2,-1.728 0.418-3,-0.452 0.096-2,0.426-0.126 3,0.991-0.266 3,3.850-1.716-4,0.476-0.384 1,-0.808-0.016-2,0.480-0.570 2,-2.429-0.074 1,1.431-0.945 12,0.277-0.557-6,-0.896-0.357-4,1.855-0.527-1,2.048-0.383 9,-1.685-0.358-15,15.913-1.499 10,-0.701 0.335-1,-0.616-1.383-2,0.153-0.345-1,0.244-0.367 0,-0.106-0.187-2,-0.312-0.063 1,-0.412 0.021 0,2.800-1.978-2,-1.462 2.139 3,-4.655 9.716 4,-5.646-1.496 1,-3.307-1.243-5,2.360 1.955-1,7.705 1.239 1,4.624-5.350 0,-1.198-1.027 0,0.027-0.174-1,5.582-0.766-1,3.519-0.585-3,3.338-1.167 1,-8.408 0.747 2,26.875-6.051-8,3.305-1.544 2,-0.883-0.189 1,-11.703 2.695 2,-2.219 0.576 0,3.623-0.804 1,-5.763 1.345-3,-5.659 1.288 2,-5.113 1.147 50,-4.346 0.962-56,-1.261 0.035 4,-14.616 2.297 14,1.344 0.112 1,-0.295-0.169-1,-9.412 0.064 5,0.305-0.113-16,-5.350-0.022 0,-4.006-0.022-1,-4.814-0.019-3,-2.809-0.019-1,-9.125-0.011 0,-2.435-0.017 3,-4.248-0.013-6,-2.518-0.010 9,0.517-0.006-2,2.595-0.005-1,26.003 0.000 0,-32.332-0.006 15,6.983-0.003-22,8.361-0.001 2,8.508 0.001 2,7.886 0.001 60,6.843 0.002-50,5.626 0.001-4,2.295-0.002 2,15.283-0.414 2,0.288-2.476 1,1.173 0.076 14,2.577-0.775 6,1.071-0.652-14,2.823-0.045-10,0.897 0.332-1,-0.366 0.536-2,13.473-1.893 6,1.893-0.089-8,1.368-0.487 9,0.524 0.539-11,1.030 0.502-1,-6.557 1.406 2,7.204 0.091 0,2.357 0.166 22,0.075 0.058-24,-1.509-0.018 18,8.839-0.735-12,-1.333-0.221-8,-3.672-0.232-1,-1.460-0.095 22,-5.286 0.492 5,-5.561 0.633-22,-5.613 0.636 2,-5.711 0.652 31,-5.014 0.571-8,-4.158 0.474-31,-13.746 0.433 27,-2.137 0.759 4,-0.631-0.091-14,0.262-0.076-1,-2.301-0.011-5,-1.265-0.011 1,-7.819 2.759-3,-1.742 1.462 0,0.346 0.545-48,-1.723-0.066 102,-0.002-0.437-55,1.055-0.629-1,0.763-0.659 10,2.511-0.695 2,3.149-0.625-10,3.271-0.525 2,3.057-0.420 8,2.669-0.321 1,-1.041-0.204-4,2.238-1.250-4,-2.422 1.062 2,0.026 2.127 5,2.409 0.271-1,-6.296 3.374 5,-2.106 1.095-11,-0.570 0.096-1,-0.972 0.900 0,0.284-0.108 0,1.038-0.717-3,1.093-1.204 4,1.634-1.065 5,2.151-1.045 12,2.311-0.950-17,-0.918 0.495 0,14.715-2.449 4,2.725-1.470 0,-0.337 0.322 0,5.403 0.163-4,4.809 0.035-1,2.291 0.030 1,11.404-2.249-6,5.798-1.906-3,-16.581 1.693 5,28.619-2.333 7,4.285 0.187-17,-0.559 0.508 6,-2.992 0.663 13,-5.665 0.702-12,-6.837 0.669-2,-7.777 0.590 2,-7.705 0.494 2,-7.014 0.394 69,-6.002 0.298-77,-3.240 0.206 5,-15.584 0.522 22,-2.354-0.078 4,4.880-0.167-8,-6.692 1.401 4,-4.454 0.738-10,-2.700 0.264-5,-11.199 0.428-5,-5.694 0.489-2,-1.822 0.490 6,-11.354 1.312-3,-5.127 0.371-9,-0.865-0.243 9,-14.949 0.825 9,-4.191-0.009-24,2.782-0.525 9,33.181-2.727 29,-13.866 0.727-20,5.033-0.598-10,5.800-0.580 3,-0.150 0.234-1,9.440 0.040 37,8.569 0.267 2,7.310-0.245-27,5.924-0.543 51,4.574-0.679-53,13.237-6.235 10,-0.554 3.185-6,1.591 0.190 5,7.334-1.198-10,4.646-0.527-2,2.601-0.071 2,-5.722 1.158 0,1.778 0.141-2,10.841-0.236-3,3.510 0.312-2,21.574 0.119 12,5.912 0.407-14,-0.486 0.351 0,0.752 0.286 7,-4.165 0.225-6,-6.841 0.167-3,-7.890 0.116 2,-7.876 0.076 49,-7.207 0.047-42,-7.388 0.017 0,-5.539 0.007 64,-4.681-0.004-76,-1.512 0.061 16,-14.003 0.006 1,-0.275-0.129 12,-0.299 0.206 3,-1.717 1.742-9,2.213-0.315-7,-0.636 0.141-1,-2.407 0.596 1,0.813-0.178-1,1.314-0.292 1,1.521-0.339 6,-1.577 0.593-11,14.093-0.935 11,-0.127-1.361 4,0.032 0.024-12,-14.128 1.327 6,1.556 0.954-4,-3.292 0.295-2,-4.084 0.811-2,-2.394-0.088 2,-19.131 2.881-6,-1.049-0.387-1,12.885-1.884 4,-1.051 0.208 3,-24.123 3.312-4,0.361-0.503-6,3.774-0.883 2,6.624-1.102 18,6.835-1.022-12,6.840-0.946 9,6.286-0.823-9,5.435-0.677 22,4.460-0.534-38,1.801-0.243 19,12.113-1.216 4,1.422 0.019 18,-0.986 0.274-2,3.717 0.206 0,-3.549 0.102-7,1.021 0.007-10,6.008 0.006-4,2.342 0.004-2,0.570 0.002 2,-4.752 0.753 4,2.698 0.973-4,-6.294-0.108 1,5.124 2.238-2,-3.223-0.481 8,-0.596 0.047 0,-0.611-0.127-5,2.160 0.440 1,1.322-0.345 0,-0.454-0.650 0,-1.050-0.630 2,-1.330-0.568 0,-1.390-0.477-3,-1.311-0.385 0,3.309-0.121-2,-2.654-0.745 4,-1.298-0.586 4,0.774 0.768 0,-0.859 0.002-4,2.238-0.002 1,4.232-0.001-5,-4.617-0.001 1,0.764-0.001 1,1.682 0.000 0,1.103 0.000-1,0.636 0.000-1,4.763 0.000 1,-3.122 0.000 1,-0.521 0.000-1,-0.850 0.000 0,1.758 0.000 1,-2.406 0.000 2,-2.416 0.000-2,-2.205 0.000-1,1.986 0.000 3,-2.420 0.000 4,-0.498 0.000-1,2.479 0.000 3,2.634 0.000-3,-5.287 0.000-6,4.840 0.168 0,-3.447 0.313 2,-1.490 1.244 0,-6.817 4.389 2,0.656-0.076-1,-3.587-0.743 0,-3.178-1.400-1,-2.792-0.373 0,0.767-1.417-1,-1.626 0.345-1,-0.657 0.459-1,-3.300 0.787 3,-2.869 0.510-6,-1.648 0.091 2,-0.729-0.193 4,1.176-0.753-2,-0.648-0.369-4,-1.114-0.404 0,-3.822 0.282-1,-0.919 0.280 8,8.286-1.046 4,-11.328 1.244-3,11.733-1.459-4,0.611-0.147-1,-11.245 0.875-1,3.302-0.547 4,4.107-0.512 6,4.244-0.447-4,3.959-0.367 8,3.443-0.288-12,-0.073-0.131 0,14.698-1.026 3,-0.386 0.641 1,1.119-0.343 2,4.834-2.780 12,4.771-1.236-18,1.987-0.390-3,-0.094-0.035 1,2.048-0.657-2,0.745-0.377-1,-0.199-0.160 1,7.345-2.028 10,0.542-0.021-11,-1.429 0.584-1,-11.356 3.339 7,11.757-1.419 15,0.562 0.957-25,-0.777 0.933 8,0.600 0.719 16,-11.717 1.498-13,9.127-0.620-7,0.846-0.300-1,-2.268-0.534 19,-3.279 0.038-6,-0.606-0.143-7,2.159-0.431-3,-0.870 0.168 0,4.584-0.398 3,-2.187 0.546 6,-2.812 0.585 1,-1.948 0.469 1,-3.274 0.570-4,-2.925 0.480-3,-1.070 0.385 0,-1.260 0.293 12,-1.274 0.212-5,-1.380 0.143-1,-1.118 0.088-5,-0.955 0.051-2,3.848 0.129 2,-0.067-0.048 3,1.651-0.040-1,-4.953-0.095-2,1.004-0.812-1,10.740-1.906-1,-3.418 0.208 1,-0.526 0.018-2,-1.339 0.215 1,-1.731 0.319 0,-1.828 0.354-1,-1.480 0.348 1,-1.143 0.314 0,-0.842 0.267 0,2.586-0.011 12,-16.286 0.930-18,-1.759-0.248 16,-0.174 1.051 6,-3.327 0.649-18,-2.476 0.318 3,-12.874 1.833-6,-6.731 1.207-3,-2.988 0.814 2,14.440-2.342 6,-29.597 4.436-10,-3.645 0.789-4,1.555 0.194 13,14.476-2.610 10,-2.961 0.604-16,2.978-0.043-2,14.984-2.517 4,-5.509 0.995-2,3.148-0.601 22,-3.578 0.573 6,7.011-1.230-19,6.509-1.115 16,5.621-0.948 2,4.585-0.760-28,14.118-1.194 18,1.330-0.581 2,2.056 0.276 0,-1.994 0.086-3,3.864 0.015-10,-3.926 0.024 1,8.918 0.000-3,12.351-1.241 1,0.453-0.700 1,0.712-0.305-3,7.482-0.183 1,0.646 0.184-6,-2.377 0.304 0,-2.587 0.352 18,-3.925 0.351-6,-4.417 0.321-8,-3.733 0.285 1,-3.646 0.217 30,-3.598 0.173-25,-3.279 0.126 8,-2.816 0.091 3,1.675 0.111-11,-3.594 0.219 0,1.911-0.106 7,1.255-0.168 5,3.075-0.005-12,1.330-0.004-2,1.843-0.002 0,1.448-0.002-2,0.105-0.001 1,-0.785 0.000 1,-3.338-0.000 3,-0.775 0.000 1,-0.861 0.000-4,-0.882 0.000 0,-0.855 0.001 0,1.147 0.000 9,-1.778 0.000 1,-1.710 0.000-6,2.901 0.000 1,-2.276 0.001 0,-1.513 0.000-1,1.030 0.000 3,-0.762 0.000-1,3.538 0.000-2,-0.253 0.000-3,0.887 0.000 1,-4.010 0.000 1,0.343 0.000-1,0.081 0.000 1,1.215 0.000-1,-0.270 0.000 0,-0.382 0.000-1,-0.169 0.000 0,-0.622 0.000 2,-0.612 0.000 1,6.411 0.000 2,-5.354 0.000-2,0.125 0.000 0,-0.541 0.000-1,-0.653 0.000 0,4.073 0.000-3,-2.858 0.000 2,0.153 0.000 3,-1.697 0.000-1,2.029 0.000 2,-0.085 0.000 0,-1.054 0.000-5,0.717 0.000 0,0.026 0.000 1,-0.421 0.000 1,-0.673 0.000 0,4.230 0.000-2,-2.969 0.000 1,-0.623 0.000 1,2.172 0.000 2,-3.027 0.000 0,0.484 0.000 0,-0.755 0.000-3,0.128 0.000 0,-0.090-1.726 2,-0.525-3.392 1,0.182-0.888-1,-0.487 0.281-2,-0.601 0.635-1,1.363-0.744 0,-0.233 2.854 2,0.206 2.001 2,-0.182-1.152 0,-3.633-3.691-1,0.180-0.298 0,2.127-3.730-2,-2.381 4.149 0,1.298-5.222-1,-1.313 1.702 1,-1.073 1.818 0,-0.647-0.184 1,-0.685 0.773 1,0.016 0.348 1,0.226-0.304 0,3.333-0.731-2,0.960 3.260 1,1.229-2.039-2,-2.192-0.270 0,1.358-1.283 0,0.212-0.281 1,-0.939-1.098-2,-1.392 1.191 3,-1.186 1.923-1,-0.721 0.031-1,-0.888-0.003 1,-0.020-0.927-1,0.213-2.132 5,0.037 0.765-3,0.008 0.972-2,0.004 0.233 0,0.002 0.783 0,-0.008-0.148 0,-8.211 3.211 4,-2.058 4.818-1,4.022 1.770-3,0.283 1.149-1,-1.228 3.577 1,-0.626 2.008-4,-0.208 0.873 5,1.405-0.505 0,0.258 0.695-3,0.314 0.318-1,0.334 0.041 1,0.817-1.786 5,0.093-0.822 0,0.026-1.002-4,0.244-0.326-1,0.386-0.187 1,0.472-0.075 3,-0.265 1.476 2,0.860-1.256 6,0.787-1.465-2,-0.396 1.670-11,2.904-14.400 7,-0.071 0.188 0,0.358-6.420-3,0.702 2.565-3,0.817-0.803 0,1.846-2.108 1,0.731-0.586-4,0.861 0.744 3,-0.291 1.529 4,0.316 0.310 1,0.155 0.818-5,0.033 1.126 2,1.201-0.529 2,-0.892 2.312-1,-1.075 2.159-1,1.741-0.161 0,-2.431 10.555 7,-5.169 1.349 0,0.651 1.030-1,0.278 0.283-4,0.024-1.609 0,0.004 0.924-2,0.004 0.708-1,0.002 0.491 0,0.000-0.861 0,-0.000-1.205 8,0.003 2.197-10,0.001-14.669 7,4.744 2.125 0,2.045 3.986-2,-13.417 0.402 0,0.884 5.329-1,1.546 2.952-3,0.835-2.471 2,-0.446 0.394-2,-0.074 0.143 2,0.179-0.034-1,-0.237 0.761 0,0.636-0.848 3,-1.315 3.379-3,2.216-3.554 1,1.433 0.525 3,6.289-10.016 7,-1.109-1.678-7,1.081-2.824-5,1.712-4.209 1,-2.243 3.255 0,0.569-0.815-2,-0.799 1.879 3,6.286-8.806-2,0.505 0.026-1,-0.713 1.425 1,-1.385 2.137 2,-1.666 2.377 1,-1.683 2.305-1,-1.541 2.056-1,0.636-1.403-1,-4.212 1.509 2,4.250 2.484 11,1.044 6.758 1,-3.347 5.707-3,-1.158 2.309-10,-0.850-0.572 0,1.168-2.354 0,2.576-3.038 2,2.693-1.919 3,-0.751-3.001-2,0.206-1.239-2,-0.050 0.904 0,1.443 0.072 2,0.977-0.004 0,-0.168 0.205-2,-0.211 2.506-1,-3.104 0.819 2,0.942 2.029 0,1.590 2.256-1,-3.433-3.203 1,0.324 0.364 0,1.600 1.147-1,0.917 0.192-1,0.416-0.411 1,-0.842-0.610 1,-0.740-0.129 0,-0.936-0.044-1,-0.654-0.003 0,1.553 2.793 3,-2.304-1.856 0,2.359-5.627-1,-0.182-0.427 0,-3.755-5.654 1,-2.223-1.785 1,-0.113 0.382-3,-0.018 0.261-1,-0.015-1.718 0,0.009 1.952 0,0.009-0.055-1,0.010 0.390 3,0.000-0.183 0,0.000 12.642 3,0.000-0.036-3,0.000 2.226-2,0.000 1.054-1,0.000-0.687 1,0.000-1.584-1,0.000 0.910 1,0.000-0.500 1,0.000-1.612 1,0.000 4.443 2,0.000 0.510-5,0.000-1.174 1,0.000-1.565-1,0.000-1.168 2,0.000 0.641 0,0.000 2.091 1,0.000-1.131 1,0.000-1.943-3,0.000 0.324-1,0.000-13.357 8,0.000 0.093-4,0.000-0.391-3,0.000-1.496 0,0.000-4.318-1,0.000 5.222 1,0.000 1.168 1,0.000-0.434-1,0.000-0.270 0,0.000-0.143-1,0.000-1.764 1,0.000 0.215 1,0.000 0.368 0,0.000-1.495-2,0.000-0.262 2,0.000 0.186 1,0.000 0.619 0,0.000 1.170 0,0.000 1.272-3,0.000-3.052-1,0.000 3.610 4,0.000-0.592 1,0.000 12.810 5,0.000 1.140-3,0.000-0.205-5,0.000 3.082-1,0.000-2.190 1,0.000 0.935-1,0.000 0.356-1,0.000 0.547 2,0.000-0.425 1,0.000-0.606-2,0.000-1.568 0,0.000-0.595 2,0.000-0.553 1,0.029 5.099 1,0.171-3.208-1,0.729-1.983 1,5.103-7.170-1,0.300 1.179 1,0.832-1.712-1,2.488-3.156 1,-0.802-2.754-5,-4.048 3.013 1,0.001-0.394 1,-0.403-0.300 1,2.542-1.801 1,1.118-1.638-2,-2.439 1.667 1,0.036-0.867-1,-0.454-0.346 0,-0.266 0.003 2,-0.132 0.219-3,-0.037 0.333 1,-0.272 0.565-1,-0.680 1.106 2,1.581-2.639 1,-1.862 2.214 0,-3.930-0.034 1,-4.724 1.225 2,-4.815 6.190 0,3.780 1.773-5,0.092 1.108-2,-1.169 2.613 3,0.136 1.361-1,0.677 0.634-4,-0.946 0.159 6,-0.438-0.146-2,-0.093-0.320-1,0.606 0.993 4,0.984 0.297-2,1.133-0.159-3,-0.208-0.397 4,0.321-0.511 2,0.623-0.538-5,-0.669 0.886 4,0.015 0.266-2,0.436-0.139-1,1.031-1.334 2,0.586-0.460-1,0.585-0.485-1,0.550-0.470 0,-2.440 3.537 1,-2.330 1.321 6,1.956-4.764-5,0.157-0.119-2,0.481 1.083 0,0.636 0.309-1,0.683-0.195 1,0.649-0.489 2,0.577-0.629 1,-1.672 4.063-4,-1.871-3.628 9,-0.270-2.420-7,11.674-4.896 0,0.139 0.802 1,1.010-0.035-1,0.400 0.000-1,-1.684 0.000 0,0.153 0.000 0,-0.143 0.000 1,1.193-1.833 1,-2.122-6.286 0,0.694-1.198-1,-0.587 2.448-4,1.319-0.232 3,1.405 0.833 1,-2.181 2.723 0,-0.489 0.550-1,2.976-1.631 1,-3.433 1.257 0,-1.882-2.964 1,-9.475 2.195 0,0.256 3.375-1,-6.322 0.005 0,-1.956 0.378-1,-5.081 0.081-4,-4.255 0.074 0,10.413 0.127 3,-60.672-0.059-17,-18.891 0.076 3,-5.249 0.054-4,-4.401-0.075-8,6.640-0.150 3,12.256-0.182 1,14.647-0.185 5,14.861-0.173 26,13.723-0.149 34,11.854-0.124-49,9.694-0.095 3,7.550-0.071 5,3.773-1.367 0,12.943-1.019 0,0.756 2.184 0,3.848 0.297 0,-2.348 0.639 62,0.549 0.109 3,0.158 0.095-65,-2.177 0.127-1,2.966 0.009 0,0.209 0.062-1,1.288 0.033-1,10.610-1.308 5,2.239-0.671-5,0.332-0.243-1,-1.318 0.042-3,-2.223 0.213 6,-2.596 0.303-3,0.159 0.329-1,-0.925 0.322 9,-1.511 0.287 8,-1.705 0.231-4,-2.567 0.209-12,-2.474 0.156 2,-2.197 0.112 0,1.376 0.113 3,-1.859 0.361 2,0.346-0.345 1,-0.219-0.054 0,0.678 0.003 0,0.781 0.001-1,1.928 0.000-5,0.867 0.001 1,0.899 0.000 0,0.747 0.000-3,-4.730 0.000 2,0.094 0.000 0,5.597 0.000 2,-0.941 0.000 1,-1.351 0.000-4,-1.493 0.000 3,-1.451 0.000 0,-1.305 0.000 1,2.813 0.000-2,-1.945 0.000 3,-0.663 0.000 4,1.415 0.000-1,-1.336 0.000-5,1.708 0.000 1,-1.653 0.000-3,-0.349 0.000 0,0.886 0.000 3,3.118 0.000 2,1.731 0.000-5,-2.404 0.000 0,-0.354 0.000 0,0.518 0.000 2,-0.971 0.000 1,-0.611 0.000 0,-1.340 0.000-1,0.412 0.000 0,-0.674 0.000 0,0.934 0.000 1,0.302 0.000 1,-0.072 0.000-1,-0.828 0.478-3,0.594 2.232 0,3.990 1.492 2,-3.238-1.098 0,0.500 0.540-1,0.658 0.330-1,-0.318-0.278 1,-0.524-0.483-2,-0.582-0.564 1,-0.566-0.571 2,-0.510-0.525 2,-0.781-0.411 0,2.898 0.208 0,-2.771-0.491-1,-6.754 5.178 1,0.351 0.176 0,-5.445-3.088 0,-0.613-3.092-1,-1.871 6.069 0,-0.936 1.409-3,0.726-1.312 0,-2.958-0.032-2,4.193-2.646 3,0.362 0.237 2,-0.979 0.265-1,0.242-0.114-2,0.746-0.203 2,0.998-0.243 0,-2.336 2.739 2,2.409-0.608-3,-1.360-2.176 4,-0.752-1.483 0,-0.304-1.065-3,-0.966-0.651-1,0.888-0.273 0,-0.288-0.090 1,-4.494-0.029 0,5.485 0.098 0,-5.364-0.018 0,4.129 0.051-2,1.645 0.015 0,-0.237 0.004 1,-1.709 0.004 2,-3.111 0.002-3,1.029 0.008-1,1.626 0.006 4,1.849 0.002 5,-2.043 0.005-10,15.923 0.015 7,-0.339-8.495 2,-2.053 3.343-3,0.645-0.604-4,-0.002-0.365 0,2.894-0.161 1,1.590-0.021 0,0.651 0.067 0,-1.378 1.394 2,-0.013 0.121-4,-0.463 0.108 0,-0.748 0.093 1,1.383-1.571 0,-0.477-0.367 5,-1.632 1.230-4,-0.339 0.503 2,-0.282 0.636 0,2.188-0.659 0,-2.757 1.481 1,2.881-1.087-1,-1.068 1.095 0,0.015 0.387-1,-0.180 0.431 0,1.131 0.379-1,0.420 0.442 1,0.092 0.397-3,2.407 0.273 4,0.266 0.352 1,-0.309 0.266-5,-0.644 0.189 3,-0.788 0.127 1,-0.817 0.078-3,0.338 0.042 0,-0.318 0.015 4,-0.696-0.003 0,-0.870-0.012 0,-0.905-0.018 0,3.885-0.192-4,-2.473-1.444-1,-1.486-1.640 5,-0.975-1.026 5,-1.152-0.310-9,-9.391 8.760 5,0.055 0.886-1,1.566 0.426 0,-0.724-0.206-3,-4.840 3.524-3,1.988-2.078 3,-0.311 0.251-1,0.232-0.238 1,0.536-0.516-2,0.674-0.634 1,0.697-0.651 0,-3.537 1.988 1,-0.132-2.674 3,-0.788-2.222 5,1.096 0.217-6,2.654 2.050-1,2.229 0.302 1,0.544 0.964 0,-0.138 0.071-2,-0.927-1.005 0,-1.530-0.315-1,-1.658-3.199 4,-1.290-0.707 1,0.173-0.391-4,2.011-0.120 0,-3.183-3.931 0,0.890-1.428 2,0.797-1.368-1,-0.007-0.058-2,1.294-0.565 0,1.403-1.875 1,2.334-0.175 3,1.777 1.485-2,0.833-0.040 1,0.580-2.432-1,0.296-0.728 1,-0.145 4.886-1,-0.023 0.207 0,0.098-5.653-1,-0.098 0.372 0,-0.115 5.278 1,1.851-1.339 0,1.430-0.792 0,1.049-0.278 0,1.703 0.090 0,0.539 0.311-2,-0.223 0.419 0,1.198-1.951 0,0.548-0.397 3,0.102 0.590-1,-0.627 0.706 1,-1.027 0.714-2,-1.184 0.663-1,0.243 0.545-1,-0.325 0.429 6,-0.647 0.321 2,-0.723 0.773-4,2.196-2.663 0,-1.785 3.292-2,1.664 1.809 2,0.411 3.384 0,-0.071-0.165 1,0.166-0.218-1,0.900 0.315-1,2.629 2.126-1,-0.919 0.763-1,-0.116 1.409 1,-0.414 0.932 0,-0.976 0.569 0,0.181 1.693-1,-0.543 0.819 0,-0.945 0.213 2,-1.113 1.273 1,-1.124 0.395-1,-1.034-0.177-3,-0.926 0.339 5,-0.704-0.218 0,-0.552-0.712-5,-0.418-0.967 3,-0.297-1.048 3,-0.231 2.927-4,-0.232-0.952-2,-0.072-0.349 8,-0.014 0.931-1,0.086-0.487-5,-0.234-0.193 1,-0.487-3.300 0,-2.314-1.479 1,-3.041-5.290 1,-2.181-0.263-1,-3.017 0.408 0,3.833 0.092-2,-0.106 0.014-1,0.356 0.010 0,0.607 0.008 1,0.715 0.006 0,-3.065-0.953-1,3.694-1.848 2,2.353-3.951 5,2.577-0.863-1,0.662-3.606-5,0.126 2.604 0,0.044-1.047-1,0.009-0.376 0,0.002-1.675 1,-0.027 0.213 0,-0.035 0.946-2,-0.035 1.318 1,-0.034 1.437 3,-0.031 1.390 1,0.008-2.872-4,-0.060 2.008 1,-0.077 13.663 9,0.053-0.293-1,0.000 1.369-6,0.000 1.657-4,0.000 2.978 1,0.000-5.464 1,0.000-0.441-1,0.000 4.515-1,0.080-2.373 3,0.932-1.264 0,4.707-4.835 3,1.062-3.073 0,-4.539-8.806 0,0.338-0.711-3,0.078 2.311-2,-0.169 0.027 0,-0.396 0.434 0,-0.585 0.925 2,-0.438-3.189-2,-3.480 2.796 3,-4.414 5.403 0,-0.961 3.048 1,1.420 2.660-1,-3.553 3.013-2,3.045-1.906 0,-0.043 1.370 0,1.072 0.498 0,-2.234 3.214 0,0.369-0.017-4,0.849-0.690 4,1.081-1.055 0,1.138-1.197 2,1.085-1.190-1,-0.823 2.984-1,2.828-3.136-1,6.412-1.482 6,2.716-4.259 4,0.815-0.359-3,7.249-0.585-8,-4.545-0.564 0,0.236-0.756 0,-0.356-3.591 2,-0.691-2.184-3,-0.841-1.137 5,-1.743-1.273 2,-1.303-1.045-5,-3.029 4.360 0,-0.456-0.149 0,0.995-2.233 1,0.426-1.195 5,-0.428 0.546-5,-0.535 0.638-2,-0.381-0.097 8,-0.960 1.643-5,-0.907 1.673 0,-1.131-1.670 0,-5.328 3.522 3,-2.182 4.934 1,-4.339-0.017-1,4.451-0.382-3,0.290-0.089-1,-0.915-0.031 0,-0.662-0.031-2,-0.448-0.029 1,-3.109-0.010 3,0.125-0.035-4,3.385 0.486 1,-0.067 0.852-1,-0.167 1.058 2,0.304 0.905 3,0.625 0.753-1,0.824 0.609-2,-0.560 1.820 0,1.748-0.302 0,1.658-0.695 1,-0.213 2.866 2,4.537-2.028 1,6.317-4.827 0,0.101-2.462 1,2.660-0.797-2,0.100-4.215-1,-1.078-2.467-4,-4.012 3.051 2,-0.101-0.640 0,0.851-2.745 0,-0.684-0.181 0,-0.765 0.186-5,-0.617 1.036 9,-0.213 0.629-5,-0.071 0.671 3,0.028 0.648 0,2.662-4.156 1,-0.975 2.633-2,-0.740 0.627 2,-2.328 0.495-1,-4.931 0.245 2,-2.097 5.009-1,-1.813 0.437 0,-0.843 0.252-3,0.469 1.271-1,1.348 2.900 1,0.384 1.804-1,0.772 1.074 1,0.948 0.560 1,0.976 0.197-1,0.910-0.042 0,0.802 0.839-1,0.652-0.016 3,0.512-0.573 0,0.388-0.870 0,0.291 4.028 0,0.468-3.486-3,0.279-0.171 0,0.026 0.749 5,3.018-1.687 0,1.679-3.523 0,1.180-1.303-3,1.688-1.134 0,3.782-2.832-1,-5.175 0.463 0,-0.027-0.125-2,-0.184 0.039 3,1.408-2.050-2,-3.414 0.162 1,1.406-1.688 0,2.264-4.172 7,-3.246 3.124-7,-0.060-0.584-1,-0.276-0.477 2,3.580-5.767-2,0.556-1.315-3,-0.396-0.046 6,-0.947 0.739-2,-1.209 1.163-1,-1.269 1.323-1,-1.198 1.343-1,-1.057 1.238 5,-0.878 1.074 4,-0.844 1.325-2,-1.028-3.442 2,-1.960 3.373-3,-2.901 0.357-1,-0.863 1.865 0,-0.959 1.821-1,-1.061 1.687 2,0.796 0.839 0,1.288 3.459-3,-0.964 2.114 2,-0.349 1.170 0,0.060 0.498-4,0.003 1.115 0,2.176-1.738 1,-1.169 3.352-2,1.995-2.170 4,0.307 0.904 3,-0.449 2.105-3,-0.159 0.523-1,-1.704 6.698-2,-0.132 0.801-1,-0.019-0.600 2,0.498-0.014 2,0.776-1.077-1,0.880-1.643-4,0.872-0.399 6,0.792-1.027 6,0.680-1.325-10,0.672-3.539 7,0.291-0.948 1,0.236-0.878-6,0.184-0.782-1,0.159 4.306 4,0.237-1.463 2,0.090 0.499-2,0.034 1.179 0,-0.173-4.849-3,0.020 2.455 0,-0.029-0.312 0,-0.029-0.727 0,-0.028-0.924 2,0.012 3.792-1,-0.059-3.185-1,1.373-1.105 0,3.850 0.853 3,1.287-1.338 1,-0.052-1.926-1,0.194-1.650-4,1.806-1.683 1,-1.331-3.287 3,-1.203-0.725-1,-0.070-1.638 0,-2.045-3.547-1,0.170-2.815-3,0.244-1.236 2,-0.997 0.831-1,-0.262-0.823-1,-0.343-0.113-2,-0.379 0.385 2,-0.661 2.259 3,-0.253-0.194 4,-0.005-3.123-8,-0.346 0.226 0,-0.403 3.268 3,-0.154 0.291 3,-0.109-1.459-1,-0.133-1.291 1,-0.131 0.325-1,-2.953-1.365 1,-2.101 1.002 0,-1.397 1.573-2,-2.707-0.308 4,-0.666 1.404-8,0.293 1.722 1,0.847 1.769 5,1.112 1.639 0,1.176 1.420-3,-3.123-0.190-1,3.368 2.689 1,-1.307 1.824 3,0.011 0.403 5,2.746 5.529 0,3.564 0.773-6,0.625 4.296-3,0.323-4.495 0,0.051 0.367 2,0.036-0.199 0,0.026 0.227-2,0.010-1.615 0,0.025 4.019-1,0.010 0.072 0,0.004-0.268 5,0.002 0.398-1,-0.004-0.344-1,0.011 6.627-3,-0.025-3.574 5,-0.007-0.318 0,0.150-1.267-2,0.236-1.748-2,0.269-1.896-1,0.269-1.829 2,1.643 1.414 1,2.476-3.940 4,1.144-3.994 0,1.079-0.720-1,-1.887-1.607-1,-1.685-2.514 0,-0.891-0.091-1,1.143-4.264-3,-0.202-4.435-1,-1.889 4.193 1,-0.170-2.370 0,-0.307-2.530 0,-0.375-0.290 0,-0.318 0.611-1,-0.254-0.759 4,-0.197-0.110-2,-0.141 0.294-3,-2.310 2.364 9,-1.673 0.766-4,-1.151 1.228-4,-0.735 1.468 10,-1.799 1.888-8,-1.295 1.346-1,-0.654 1.252-2,-0.174 1.121 3,1.666 1.295 5,-0.046 0.577 0,-1.196 0.395-7,0.027 0.523 1,-0.549 0.414-1,0.380 0.355 4,0.464 0.247 2,-1.541 0.242-2,-0.388 0.147-1,0.652 0.024 1,0.808-0.034 0,2.385 0.114 0,1.036 0.351 0,-2.851 2.348-2,3.536 2.321 4,2.805 3.259 0,2.002-2.574-2,0.374 0.355-1,0.241 0.020-1,0.138-0.193 0,0.233 3.174 0,0.000 0.125-1,-0.055 1.563 3,-0.261-5.355 0,0.080 5.315-1,-0.112-0.418-2,-0.094 0.121 1,-0.056 2.029 3,-0.014-5.284-1,3.063 3.414 1,3.031-2.331-4,-0.563-5.020 3,3.950 0.272-2,-2.617-2.514 0,1.274-0.428 1,0.902-0.362 1,0.593-0.298-3,0.769-0.241 1,12.120-0.188-2,-4.725-0.302 0,-0.594-0.100 2,-0.380-0.514 0,-1.645-0.727-2,-2.284-0.797 0,-0.815-2.004-1,-1.812-0.973 15,-2.007-0.308-11,-1.949 0.122 3,-1.738 0.371-1,0.493-3.597-2,-3.513 2.009-1,-1.582 0.534 0,-0.516-0.325 5,-1.806-3.211 2,-4.305 1.116-6,0.812 4.341 0,-0.868-0.134-1,-0.421 0.280 1,-0.107 0.517-2,0.096 0.614 0,-0.682-0.107-1,-0.987-0.204 4,-0.380 0.058 2,0.055 0.229-3,-1.552 0.080-2,-1.286 0.287-1,0.179 0.578 0,2.446 0.723 3,0.283 0.318 3,0.226 0.780-2,0.174 1.045-2,-0.714 1.556 2,1.335 1.134 0,1.496 0.877-1,1.362 2.125 0,1.408 0.997 1,1.189 0.307 0,0.950-0.132 0,0.746-0.707 0,0.447 0.103-2,0.312-0.499-1,0.200-0.269 1,0.127-0.333 2,0.497 4.926 2,0.770-2.865-4,2.116-1.747 2,2.781-4.471 0,1.064-2.111 1,1.842-0.173-1,-0.248 0.049-1,-1.811-0.667-2,-1.148-3.104 2,-4.127-4.463 3,-1.754 0.150-3,-0.195 1.537-1,-0.053-0.664 0,-0.032-0.216 0,-0.011 0.096 0,0.012-0.981-2,0.006-0.973 1,0.011-0.449 1,-1.874-4.721 3,-1.423-0.224-4,-1.039 1.125-2,-7.276 0.436 4,-4.900 1.401-3,-3.023 1.876 10,3.231 2.890-15,-7.262-0.927 3,8.490 3.736 1,-7.258-0.700-2,-2.112 0.825 4,-10.361-1.039 5,5.341 1.372-6,7.068 1.239 1,-15.225-1.200-3,-4.658-0.851 0,1.279 0.049-1,3.284 0.436 8,17.763 2.128 2,1.036 0.217-3,-10.274-0.742-3,17.976 1.775-1,-13.140-0.869-4,2.932 0.480 32,3.075 0.409-21,2.970 0.336-3,2.064 0.407 2,3.326 0.466-3,2.887 0.428 0,-0.573 1.667 2,6.341 4.695 7,3.800 0.325 0,-0.933-0.080-7,2.886 0.558 1,1.838-3.650-4,2.043-0.450-2,3.852 0.125 2,9.767-1.289-2,5.034-0.629-3,1.326-0.547 3,-1.940-0.481-3,-10.332-0.466 2,13.475-0.004-4,-10.996-0.239 2,13.802-0.064 13,-6.566-0.098-4,-0.900-0.055-6,-1.405-0.037-1,3.586 0.041 0,-4.406 0.151 4,-4.560 0.189 1,-4.288 0.202 3,-3.773 0.189-3,-3.148 0.169 3,-0.182 1.254-2,-8.040 4.325 3,-1.139-0.970-1,0.005 1.442 6,-7.010 1.318 1,1.043-2.356-12,-1.464 0.577-2,-0.708 0.056 0,-3.429 2.394-3,-0.329 0.558 3,0.468 0.079-2,5.651-4.047 2,2.522-1.976 2,-12.335 6.311 6,-0.368-0.776-9,-1.328 0.426 12,0.029 0.114-11,1.209-0.259-1,3.059-1.268 5,2.746-1.161 0,2.853-1.265-3,2.704-1.229-2,-0.487 1.210 6,14.606-2.852 7,5.429-4.794 2,-1.068-0.445-8,1.190-0.250-6,-0.720-0.515 1,0.849-0.783-2,0.151-0.541 0,-0.341-0.347 1,-0.275-0.771 4,-1.393-0.495 1,-2.158 0.714-4,-0.827 0.277-2,-0.683 0.442 2,0.643-0.278 3,-1.440 1.261 2,2.144-0.026 9,-10.294 10.535-8,-9.490-5.278-23,-4.475-0.248 38,-2.370-0.253-22,-3.685-0.270-4,-2.685-0.184 0,14.443-0.332 5,-20.297 0.123-6,-24.509-0.113 4,-12.499-0.097-1,-5.306-0.068-8,-0.825-0.036-5,-2.230-0.023-3,3.025-0.011 0,-1.208-0.013 0,12.353-0.000 42,13.257 0.005-18,12.704 0.009-13,11.299 0.007 64,9.486 0.009-86,7.767 0.010 17,19.687-2.520 41,8.714-1.385 37,3.837-0.617-49,-8.880 1.793-21,14.440-1.674-1,-7.620 1.245 2,1.831-0.234-1,5.761-1.357-2,2.500-1.195 13,1.777-0.570-6,-8.025 1.577-3,0.709 0.089 0,1.577 0.197-1,39.470-5.989 6,6.037-1.033-6,-1.133-0.133-1,6.637-0.907 0,-1.700 0.035-14,-6.690 0.609 0,-8.384 0.304 38,-9.468 1.098-5,-10.242 1.652-25,-9.899 1.863 3,-8.887 1.845 48,-7.539 1.684-22,-6.091 1.449-17,-4.700 1.185 1,-9.577 8.058 0,-0.337 0.120 8,-2.365 3.645 31,-0.285-3.952-26,-1.061-0.255-18,-2.423-0.679 4,-2.536 0.140 0,-1.795-0.885-3,-2.382-0.395 4,-9.030 1.247-3,-2.535-0.172-4,-0.099-0.503 4,1.507-0.686-3,5.346-1.280 5,1.051-0.544-1,3.492-0.757-3,1.031-0.376 0,-5.193 0.185 0,3.692-0.548 15,3.712-0.381-1,3.408-0.248-4,2.932-0.145-2,-0.330 0.427 0,9.834 4.983 0,-2.724 0.876 1,-8.642 0.055 2,-1.143-0.953 0,-1.443 0.825-7,-8.366 3.179-6,-4.893 1.597 0,-2.344 0.490 8,-8.480-0.235-11,-3.172-0.660-2,0.363-0.868 1,0.893-1.397 22,3.906-1.606-20,5.438-1.602 1,5.923-1.462 1,5.727-1.257 5,5.127-1.022 11,18.857-0.047 19,-0.851-1.963-21,11.490-2.056 11,4.398-1.762-25,-7.753 1.248 3,1.066-0.168-28,14.195-3.203 39,1.328-0.414-1,3.669-1.616-15,-1.501-0.060 10,-3.263 0.641-2,-4.672-0.406-5,-5.149 0.409 16,-5.010 0.874-14,-4.505 1.091 1,-3.816 1.129 16,-1.306-1.298-4,-11.167 2.348-6,-2.856 3.942-1,0.553 0.779 0,-1.033 0.846 1,-5.977 0.333 1,-2.906-0.014-5,-0.770-0.226 0,-3.402-0.309-3,0.086-0.389-2,2.033-0.381 0,3.045-0.342 9,3.399-0.291 0,3.320-0.232-5,2.986-0.178 0,0.277-0.110 0,13.286-6.085 12,-0.186-0.281-1,-1.886 1.584-3,0.645-0.248-8,2.912-2.392 0,0.766-0.724 1,-0.857 0.526-2,-1.449 0.951 2,-1.691 1.134 0,0.054-2.038 3,-15.480 4.331 3,0.092 6.178-1,-2.159 0.824-7,-1.207 0.325-2,-4.023 1.608 1,1.795-0.171-1,-2.049 1.244-1,2.820-1.409 2,-15.118 3.938 4,8.303-3.078 0,-0.073-0.417-3,3.689-1.021 0,0.912-0.054 0,-9.388 3.231-2,5.259-1.012 1,5.493-1.215 2,7.208-2.160 1,3.227-0.671 32,10.846 1.845-28,11.099-7.447 6,6.475-2.384-8,4.116-1.660-35,16.470-5.624 41,3.873-1.958-15,-0.737-0.390-6,-3.544 0.617 4,-13.159 3.809 17,-3.112 0.421-14,-0.554-0.257-3,-3.681 1.246 4,-7.002 2.465 2,-1.756 0.308 14,2.994-2.317 28,-4.791 1.407-28,-4.334 1.462-7,-2.296-0.980 0,-11.630 8.308 6,-0.941 0.242-1,-1.320 0.066-6,-7.520 2.621-7,-3.756 1.211 0,-1.121 0.239 2,0.594-0.378-1,1.602-0.726-1,2.087-0.882 0,3.211-0.940 1,3.276-0.816 1,3.215-0.712 32,16.316-1.001-25,2.879-2.577-33,6.837-2.386 54,3.095-1.599-31,0.529-0.977-1,1.749-2.311 15,-0.374-0.761-24,-2.121 0.404 7,-3.055 1.101 8,-3.398 1.456 5,-3.348 1.563-3,-3.053 1.506-4,-2.627 1.353 2,0.410 0.827 1,-14.552 8.349 9,-4.262-1.030 15,-4.863 2.207-27,-15.245 6.041-7,-7.404 2.223 3,-2.648 0.012 14,-2.223 0.300-33,-0.257-0.373 11,2.702-1.429 2,1.501-1.294 4,6.271-2.524 32,6.962-2.470-31,6.808-2.226 2,6.136-1.893 1,5.213-1.526 42,3.444-0.420-38,20.897-2.894 12,4.814-1.105 14,2.843-0.918-33,1.096-1.778 1,-1.498-0.730 1,-2.971-0.027 0,-3.629 0.409-37,-3.730 0.645 47,-3.481 0.734-2,-3.033 0.730 38,-14.051-2.389-34,-1.105 4.991 7,-1.815 0.066-8,-2.246 0.049-8,0.518 0.011-1,1.715-0.006 1,2.308-0.015 8,2.481-0.023-6,0.386 0.049-1,17.036-0.055 5,4.474-0.098-2,2.998-0.007-2,8.210-3.244-6,3.776-2.202-1,0.729-1.376 0,2.479-1.616 10,-0.842-0.289-13,-2.817 0.552 3,-5.601-0.258 7,-4.178-0.288 14,-4.160 0.041-18,-3.285 0.015 1,-4.129 1.237 27,-3.417 1.397-23,-2.194-2.028-2,-8.198 3.334 4,-1.984 5.671 7,1.481 1.347-2,-0.753 0.394-5,-1.121 1.099-2,-0.835 0.532-2,-0.331 0.022 0,-0.089 0.389 2,1.044 0.110-1,1.299 0.110 0,1.751-0.414 0,0.436 2.703 1,11.530-1.577 9,4.282-4.239-8,-3.573-1.693-2,4.726-2.382-3,-4.759 0.146 2,6.504-3.473-34,1.927-2.554 37,-0.929-0.611 26,-2.020 0.388-31,-2.521 0.973 4,-2.619 1.250 0,-2.464 1.318-1,-0.339-1.614 1,-10.971 2.502 1,-4.091 4.453 7,-0.394 2.630 3,3.109 0.095-13,-4.806 2.796 0,-2.025 1.849-5,-3.201 2.157 4,-0.467 0.247 0,-1.195 2.246-3,2.768-0.466 3,3.415-1.211 0,3.555-1.586 1,3.364-1.692 1,2.980-1.630 14,5.334 0.736-13,5.804-3.009 2,3.012-2.424 6,3.378-0.513-3,1.473-0.353-9,-1.907-0.145 1,0.699-0.498 0,0.180-0.724-1,4.099-1.046-2,1.158-1.330 3,-1.568-1.083 5,-5.195 0.634-2,-2.463 0.157 0,-2.573 0.355 3,-2.486 0.468-3,-0.187-1.543 0,-13.756 1.421 15,0.414 4.398-11,-3.133 0.407-1,-2.551 1.024-6,5.512-0.907 1,-17.607 5.345-6,13.962-3.740 5,-20.271 6.109 2,-3.584 1.351-11,-8.394 3.196 2,-0.135 0.685 1,2.687-0.215 3,9.500-2.796 0,4.018-0.850-3,4.232-0.945 17,4.155-0.962-9,3.753-0.754-5,4.684-1.337 3,4.287-1.302 17,3.928 1.404 1,8.478-3.837-1,0.411-3.078-7,2.060-0.740 2,1.850-0.485 1,1.613-0.280-14,6.398-1.855 0,8.885-4.935-3,-3.906-0.810 4,-2.074-0.294-1,-3.119 0.522 0,-3.491 0.978 3,-3.420 1.173-1,-3.085 1.193 0,-2.618 1.104 0,0.077-1.879 1,-5.995 0.176 0,-7.658 4.857 5,-6.668 3.107 10,5.889 0.286-5,-0.994 0.781-4,-4.090 2.684-10,-9.075 6.436 0,4.757-0.533 0,2.546-0.404 0,3.090-1.164 15,3.163-1.538-8,2.944-1.638-1,9.536 1.800-8,3.697-5.873 18,2.051-2.080-3,1.904-1.430-11,0.957-1.165 0,0.250-0.922 0,4.352-2.844-1,0.588-1.433 1,-0.473-0.768-3,1.183-1.846 5,-0.988 0.030 3,-1.552 0.851-6,-2.936 1.278 1,-2.182 0.611 12,-2.152 0.504-10,-3.086 1.378-1,-0.955-4.363 8,-10.279 0.234 1,-2.309 5.263-6,-2.140 0.844 1,-9.757 4.038-4,-5.249 2.902-5,-2.034 1.960 4,-3.570 3.505-2,-0.027 1.399-6,2.158-0.017 3,2.344 0.984 7,3.687 0.094 8,4.207-0.462-14,5.266-1.757 4,4.035-1.369 12,3.705-1.462 1,6.953 0.980 0,6.520-4.433 1,2.816-0.891-8,12.129-0.238-6,-0.966-1.247-3,2.237-0.356 0,12.987-0.684 1,-5.645-0.876-4,-2.349-0.828 1,-2.205-0.801 0,-4.768-0.406 10,-4.768-0.211 5,-4.364-0.074-15,-3.755 0.016 10,-3.060 0.072 4,-1.422-1.507 1,-11.911 5.415-7,1.122 4.398 25,-1.992 2.264-16,-0.977 1.276-51,-1.720 0.086 42,-0.614-0.655 30,0.123-1.055-34,4.940-2.907 2,-2.714 1.868 3,0.657 0.113 1,0.930 0.070-4,0.297 0.937 2,2.357-0.830 2,1.755 2.922 1,7.243-3.828-1,6.862-6.131 1,-3.534-1.179 0,0.563-0.827-4,-1.872 0.695 0,3.077-1.763-1,4.052-3.064-2,-4.302 2.174 1,7.265-5.754 2,-6.079 4.037 1,5.009-3.947-3,-0.883-0.264 0,-4.894 3.859 1,9.904-9.830-2,-4.418 1.938 4,-2.088 0.513 3,-2.566 1.528 2,-2.647 2.026-7,-2.475 2.161-1,-2.159 2.065 0,-2.210-1.486 7,-7.597 4.428 4,-0.082 3.976-1,-0.096 1.156-4,-2.736 3.107-1,2.338-1.427-2,0.753-4.734 1,5.577-7.972 0,1.219 1.872-1,0.114-1.107-1,1.298-0.415-1,0.568 0.701-1,0.066 1.123 1,-0.251 1.296 0,0.360-2.358 6,-3.618 2.506-4,-7.762 10.945 2,3.457-0.377 2,-3.649 2.901-6,-1.839-0.434-2,-3.516 1.363 1,-13.666 5.382-3,-4.787 1.681-1,-0.606 0.217-3,0.389-0.064 4,2.643-1.111 1,4.238-1.859-5,4.894-2.176 4,4.909-2.199 5,4.519-2.036 22,3.915-1.771-23,0.585 0.372 0,13.953-4.343 4,1.215-1.470 0,1.915-5.103 14,-4.191 1.307 6,-0.841 0.093-22,1.223-3.803-2,-5.000 0.858 2,-6.784 2.444 2,-1.050 2.399-2,-0.315 0.838-1,-11.675-0.864-3,-1.064 0.881-2,-5.659 1.070 1,-31.824 6.274-8,-10.796 4.543-2,-2.290 2.915 0,-1.836 2.257 1,0.953 0.847-4,5.511-0.634-1,5.090 0.173 1,9.725-1.645 59,10.190-2.269-53,9.667-2.477 3,8.571-2.410 2,7.203-2.177 63,5.773-1.857-56,1.924-1.527 0,11.737-10.219 0,4.702-5.732 44,-1.597 1.990-33,0.024-0.584-12,-0.542 0.526-4,-0.846 1.166 1,-0.962 1.462 3,-0.764 1.409-4,-0.771 1.772 4,1.081-2.511-1,-0.317 2.733 7,1.186 2.278 0,3.445 0.324 2,-0.351 2.062-8,1.643-0.223 0,0.783-0.008 1,0.403-0.422-1,9.699-2.521-2,4.260-0.765-4,3.368-1.770 7,3.638-1.445-4,1.068-0.505-6,-0.772 0.172 1,-3.052 0.377 9,-8.024 2.043-2,5.228-2.468-6,-2.044 0.424 1,1.957-1.484-1,-4.500 1.021 20,-4.461 1.057 3,-4.108 1.006-13,-3.449 0.864-1,-3.683 1.421 6,-2.526-1.596-2,-13.074 5.095 5,1.377 5.061 3,-1.168 1.373-11,3.363-1.828-6,-0.949 0.468 2,-9.398 4.147-2,-2.342 0.767-1,2.970-0.880 5,-4.981 2.087-3,4.374-1.798-1,0.511 0.065 0,-2.466 1.573-1,2.788-1.017 7,3.100-1.264 0,3.064-1.324-2,2.801-1.260 0,0.058 1.056 4,12.031-9.490-8,1.873-4.594 31,0.164 1.520-54,0.511-0.437 51,-0.249-0.007-25,-0.471 0.126-3,-1.356 1.028 2,-1.478 1.181 1,0.159-1.931 1,-9.197 3.110 4,-2.549 7.368 2,-5.460 5.248-6,2.763 0.607-2,-0.782 1.405 0,0.064 0.514-2,1.018-0.519 0,1.388-0.987 0,1.516-1.206 1,1.480-1.251 1,1.344-1.185 0,-0.709 2.829 5,3.625-2.467 0,10.631-3.182 7,-2.447-2.236-2,1.371-0.349-8,0.927-0.223-2,0.294-0.157-1,-1.616-0.077 1,-0.314-0.048 2,-0.406-0.029 0,-0.450-0.013-2,0.407 0.092 0,-1.184 0.203 2,2.572 0.876 2,-2.822 2.133 1,-5.957 3.596 0,-5.609-2.133 0,0.556 4.347-2,1.248 2.473-3,2.493-5.378 0,8.507 2.667 1,-0.226-5.092 5,1.490-0.552-6,-1.309-1.181 1,4.463 0.168-2,6.799-0.158-1,-2.138-0.751-1,1.882-0.316 3,-3.804-0.363 1,5.884-0.068-2,0.617-0.185-1,6.843-0.181 2,-3.280-0.170-1,-4.274-0.091 1,-4.486-0.038 2,-4.208 0.000 11,-3.665 0.022-18,-0.601-0.117 0,-14.038 0.019 14,0.874 1.572-2,-1.604 1.964 0,1.978-0.920-2,-3.913 1.922 1,-1.751 0.626 1,-14.322 4.592-10,0.202-0.880 0,-0.052-0.503 0,16.036-5.173 4,-16.203 5.143-3,1.396-0.463-2,2.416-0.920-1,2.993-1.067 13,3.475-1.181 2,3.308-1.101-11,2.919-0.955 1,2.435-0.785 2,-1.410-0.127 9,1.449-1.711-2,-2.665-0.411 1,0.173 0.383-1,-1.272 0.132-9,1.392 0.102 1,0.049 0.047 0,-0.311 0.032 7,3.254 0.016-9,12.186 0.026 6,2.351-0.042 0,1.792 0.000-6,2.077 0.000-1,3.425 0.000-1,1.710 0.000 2,-0.045 0.000 1,1.791 0.000-3,-5.945 0.000 2,0.450 0.000-1,16.710 0.000 8,1.607 0.000-13,-1.249 0.000 5,2.736 0.000 7,-0.649 0.000-12,-2.681 0.000 1,0.906 0.000 25,-1.326 0.000-25,-6.717 0.000 1,-1.240 0.000 29,-2.297 0.000-28,-0.560 0.000 1,-1.028 0.000 4,9.186-1.899 7,0.171-1.486-2,-1.706-1.106-9,-0.311-2.836 9,-0.622-1.870-9,-1.794-0.939-3,1.065-2.324 24,-2.290-0.447-23,-3.224 0.332 1,-0.764-0.613 8,-1.953 0.279 6,-2.518 0.808-12,0.639-0.388 14,-0.318 0.332-11,-0.881 0.749 7,-4.059 2.895-3,0.022 0.166-6,-0.122 0.242-1,-0.218 0.289 1,5.022-3.457 14,0.761-0.026-13,-0.233 0.482-2,2.069-1.161 7,1.100-0.687-9,-0.153 0.099 2,-0.830 0.579 11,0.327-0.483-13,-0.644 0.117 1,-1.278 0.524 0,5.726-2.874 15,0.059 1.319-17,-1.182 1.932 3,-1.582 1.356 13,-1.141 1.150-7,-1.537 1.398-8,-1.152 1.082 7,-2.775 1.704 5,-2.685 1.506-3,-2.393 1.254-5,0.128 0.720 1,-9.576 6.757 6,-0.873-1.601 1,0.330 0.435-1,-3.962 1.155-1,2.671-2.414-4,-1.268 0.869-1,-18.210 7.895-4,-7.372 3.086-4,-2.270 1.126 3,14.528-6.793 1,-0.178-0.072-2,-14.901 8.365-4,0.509 0.744 1,0.377 0.801 3,2.771-0.475 22,4.096-1.257-16,2.873-0.545-5,5.587-2.636 9,5.067-2.616 5,4.301-2.372-13,3.458-2.010 8,2.638-1.616 7,1.320 1.887 3,2.969-1.208-5,3.094-0.550-1,3.160-1.985 0,2.342-1.726-7,-2.751-1.456 0,0.964-0.223-2,0.435-0.160 1,0.930-0.107 1,0.055-0.068-1,-0.591-0.037-1,-0.942-0.016 1,-1.091-0.002 1,3.165-0.079 1,-3.466 0.058-3,0.314 0.021 0,-0.366-3.602 4,1.045-1.016 1,2.722-0.748 2,-3.052 1.265-6,0.767-0.408 0,0.360-0.037-1,-1.965 1.028 1,4.227-4.069-2,-3.788 2.901 1,2.563-2.018-2,0.309-0.381 2,0.161-0.330 5,0.053-0.283-3,-0.003-0.210 0,-0.048-0.149-1,2.017-2.024-2,-0.628 0.345 2,-0.773 0.529 1,-2.170 2.136 0,-0.672 0.896 0,-0.631 0.955 0,-0.572 0.947 1,0.060 0.333-1,2.795-1.613 5,-3.781 1.983 0,-2.113-1.702-2,1.393 0.585 1,2.728 3.108-2,0.091 1.157-2,-0.798 0.732-2,3.656 1.806 1,-4.941 1.377 2,0.205 1.105-1,-0.530-0.485-2,0.421-0.093 1,2.661 2.651-2,-2.103-1.207 2,-0.111-0.350 2,-0.088-0.635 0,3.251 2.560 0,-2.731-1.052-2,-2.534-0.480 2,-1.525 3.496 1,-1.706-1.903-1,-0.288 0.242 0,-0.084 1.242-1,-0.038 0.531-2,-0.583 0.864 1,-0.915 0.814-1,0.284-4.371 0,-0.497-0.242 0,-7.206 6.851 3,-3.243 0.705-3,-1.437-0.233 2,0.099-1.545-3,-1.359 0.414-2,-0.357-0.140-1,0.359-0.516 1,-3.422 2.538 13,1.493-1.033-13,5.903-4.147 1,1.433-0.452-1,1.204-0.724 4,0.989-0.882 7,0.788-0.953-1,0.874-0.159 1,-0.344 1.162 2,1.352-0.983-7,1.157-1.097 3,-0.983 1.737-2,0.331-2.098-2,-1.579-6.099 0,2.886-5.760 3,2.713-1.791 1,0.199 3.108-5,0.029-1.878 0,0.016-2.169-2,0.010-1.409 0,0.008-0.806 1,0.003 0.405 1,0.001-0.067-2,-0.004 2.827 1,0.005-3.588-2,0.003-4.103-1,-0.007 2.974 6,-0.005 3.247 3,0.002-3.728-2,-0.002 0.133-3,-0.001-5.242-1,-0.001 0.864 2,-0.004 1.641-1,-0.002 1.954 0,0.000 1.983 3,-0.002 1.835-3,-0.074 2.087-2,-0.116 2.020 8,-0.573-1.810 0,-3.743 4.735-1,-1.914 6.513 0,-0.074 2.520-1,1.984 1.842-3,-1.303 4.261 0,0.304-1.545-2,0.204 0.351 0,0.084 1.305 0,1.454-3.189 0,-1.479 3.800-1,0.087 0.669 0,0.308 0.293 1,-0.309-0.392 1,-1.252 2.915 1,0.798-3.830 0,-2.253 3.826-2,0.609-1.519 6,1.016-2.029-3,1.168-2.158 0,1.158-2.043 0,1.049-1.792-1,-0.378 1.561-2,2.433-0.570 1,7.480-4.175 6,4.309-1.923 8,-3.200-0.414-15,0.606-0.060 0,2.910-1.946 0,1.320-1.517-1,0.233-1.128 1,3.105-3.419 3,0.971-1.276-7,-2.301-0.376 2,1.180-1.563 8,-0.098-0.494-8,-0.904 0.228-2,-1.356 0.671 13,-3.500 2.924-8,-0.669 0.923-2,1.466-1.021 0,-1.902 0.968 0,-1.910 0.703 7,-2.321 2.093 1,4.948-3.061 4,-1.776 3.042-4,-1.244 4.315-2,-6.424 6.802-2,-1.974-1.150 0,-2.699-1.532-1,-0.405 1.336 1,-0.578 1.218-3,-0.105 0.709-2,-2.509 3.881 2,0.028 0.722-1,0.698-0.097-2,1.234-1.508 3,1.101-1.620 3,1.094-1.820 0,1.000-1.802 5,-0.564 0.575-11,3.539-13.113 11,3.683 1.445-1,2.580-0.733-5,2.899-1.969 0,1.971-0.949-2,2.571-4.932-4,1.390-2.784 2,0.544-1.226 0,-6.925 8.290 7,-0.094 0.463-7,5.517-5.883-1,-0.546 1.487-1,-2.774 4.074 2,-0.553 0.572 6,0.649-0.098 8,-0.600 1.293-9,-0.281 0.779 0,-0.941 1.023 5,-0.940 0.813-5,-0.877 0.625-1,-0.775 0.738 1,-0.659 0.766-1,4.319-1.314 1,-1.760 2.376 3,2.465 1.321 0,-3.277 0.936-3,0.382 0.184-1,1.870 0.090-1,1.103 0.049-2,0.217 0.018 0,-0.369-0.006 5,-0.005-0.008-2,-0.899-0.030-3,-0.932-0.034 0,-2.575-0.053 1,-0.144-0.018 3,0.008-0.015 2,0.112-0.013 0,1.719 0.468-1,-0.911 0.711-1,-1.160 0.811-1,0.125 0.804 0,-0.434 0.732 1,-0.742 0.627 0,0.630 0.493 0,-0.788-0.527-1,-0.327 0.476-1,-0.399 0.280 1,1.973 4.159 0,-2.552-1.693 0,-1.541 0.693-1,-1.922-0.187 1,-0.324-0.099 1,0.023-0.996 1,0.028 0.000-2,0.168-0.722-1,0.138 0.333-1,-0.027-0.325 3,-0.002 0.758 1,-5.057-2.181 0,-3.015-5.020-1,1.441-2.369-1,0.036-1.013-3,-0.271 0.198 3,-1.143-1.957-1,2.077-0.733 1,0.582-0.735-2,0.829-0.204 1,0.902 0.139-1,-0.969-6.035 1,2.498 6.158 1,0.145 1.018 0,-1.954-2.505 4,0.055 2.367-5,0.934-2.938 4,0.885-0.942 3,0.994 3.086-10,1.025 12.890 8,0.006 1.356-3,0.443 2.514-3,2.592-1.068-1,1.416-1.065 1,-0.636 1.700 3,-2.372-3.420-1,-0.318 0.102 0,-0.293-0.232-1,0.133 4.616 0,1.047-2.762-2,2.449-3.107 5,2.642-1.899 2,-0.566-2.708-3,-0.251-1.014-2,-0.095-0.940 0,-5.173-8.384 4,-0.825 4.178-3,0.780-5.061-2,1.532-0.107-1,-0.471 4.740 1,0.046 0.105 1,-0.125 0.120 1,-0.123 0.289-1,0.896-2.772 8,-0.683 16.257-2,-2.111 0.932-7,0.050-1.595 0,0.010 1.483 1,0.008 2.734-1,0.000-3.728 2,0.000 0.449 0,-0.000 0.670-1,0.000-0.141 0,0.000-0.306-2,0.000-0.711 1,0.000-0.900 2,-0.002 3.621 2,0.000-3.092-1,0.000-0.102 0,0.000 0.757 1,0.000 0.594 5,0.000-14.582-5,5.283-0.267-2,2.286 1.985-4,0.034-2.116 1,-0.412-1.085 2,-2.804 2.743 1,-2.404 11.255 2,0.995-0.197 0,1.639 5.537-4,-2.488-4.393 1,-0.021 1.437-1,-0.626-0.289 1,-0.349-0.643-1,-0.313-1.090 9,0.090 2.684-11,-0.662-2.933 2,-0.699-12.373 4,0.461-0.126 1,-0.010-0.053-1,0.000-0.228-2,0.000-1.596 0,0.000-0.426-1,0.000 0.518 1,0.000-0.392-1,0.000 1.693 0,0.000-0.468 0,0.000 0.605 0,0.000 0.578 1,0.000-0.282 1,0.000 0.303 1,-6.771 4.084-1,0.874 3.615 1,3.313 6.819-2,1.344 1.800-2,-0.151-3.112 1,-0.732 0.555-2,0.088-0.030 3,-0.008 0.409-2,0.121-0.031 0,0.201-0.325 1,0.241-0.500 1,0.074 0.672 1,0.343-0.777-2,0.303-0.728-1,-0.062 4.633 4,0.594-1.624 1,0.280-1.287 5,0.159-1.465-12,0.022-13.494 8,-0.243-0.484 0,0.010 0.277-6,0.000 0.927-1,0.000-0.966 1,0.000-0.487 0,0.000 0.183 1,0.000-0.521-1,0.000-0.400 0,0.000-1.409-1,0.000-0.180 3,0.000 2.189 1,0.000-0.014 0,0.000 1.072-3,0.000-0.073 1,0.000-4.554 1,0.000 0.361 0,0.000 0.614 1,0.000-1.189-1,0.000 0.175-1,0.000 0.580 1,0.000 1.163 2,0.000 1.706 10,0.000 1.774-17,0.000-1.308-2,0.000 13.439 12,0.000 0.463 1,0.000 0.299-6,0.000-0.205-1,0.000 1.516 0,0.000 0.701 0,0.000 0.994-1,0.000 0.248 0,0.000-0.412 0,0.000-0.797 0,0.000-0.973 3,0.000-1.009-1,0.000-0.744-1,0.000 2.711-2,0.000-1.655 6,0.000-0.430 1,0.000 1.702 0,0.000-2.157-3,0.000-0.029 0,0.000 2.189-3,5.172-2.012 1,2.564-3.703 4,-0.999-2.192-2,-0.759-1.113-3,0.188 0.797 0,-4.820 6.606 4,-1.348-0.719 0,5.969-3.173-1,0.980-3.092-2,-0.637 0.079 1,4.286-1.542 0,-2.342-2.399-1,-2.500-1.491-2,-0.805-2.714 3,-1.921 2.293 0,-0.052-0.633-1,-0.179-1.529 1,-0.340-0.676-1,-0.387-0.146-2,-0.390 0.214 1,-0.260-0.609 3,-0.406 0.612-1,-0.335 0.658-2,-0.263 0.602 0,-0.197 0.518 4,-0.141 0.421 0,-0.092 0.329 0,-0.153-5.494 0,-0.031 1.201-1,-0.132 0.257-1,-0.863 2.315 0,-2.426 1.663 1,-3.153 4.389 0,0.565 2.053-1,-2.734 0.196 0,-1.667-0.159 0,-1.181-0.099 0,1.100-0.081-2,1.829-0.056 1,1.374-0.030 0,-0.338-0.014 1,0.025 0.743 2,0.455 1.440 0,0.600 1.359-3,-1.475 4.276 1,3.534-2.427 0,0.966 0.736 1,0.545 0.573-2,0.602 0.238 0,0.111 0.043 0,-0.199-0.084 1,-0.375-0.155-1,-1.401 2.343 0,-0.492 0.920 1,0.110-0.033 1,0.472-0.618-1,0.655-0.926-2,0.713-1.039 0,-0.618 3.277-2,1.592-1.601 3,1.113-0.313 7,0.733 0.599 0,0.400 0.395-6,0.194-0.606 0,0.447-2.392-1,2.165-0.903 1,3.950-5.749 1,0.192-0.578 1,4.734-0.044-1,-1.506-0.678-2,1.033-0.815-1,0.150-1.673-1,-0.403-0.721 0,-0.712-0.073-3,0.553-1.569 6,-0.137-0.932 4,-0.550-0.463-5,-1.707 0.470 5,-1.317 0.222-6,-1.381 0.347-1,-1.322 0.400 1,0.824-3.884 3,-2.605-0.498 4,-1.998-0.212-2,-1.149 0.680-1,-0.426 1.916-3,-0.249 0.138 0,0.368 1.895 2,-0.649-0.430 0,-5.054 5.381 2,-0.689 1.215-1,-0.369-0.126-2,1.156 1.947-1,-2.285 6.480 2,1.649-0.452-3,-0.680 0.893-1,-0.262 0.280 1,0.017-0.126-2,0.186-0.362 1,0.493-0.681 0,1.104-1.349 2,1.195-1.415 2,-1.530 1.458 0,0.513-4.910 1,-0.224-1.796 1,-2.065-0.023 0,-2.630 0.000-2,4.218 0.000-1,-0.230 0.000 1,-2.300 0.000-1,-0.923 0.000-3,2.408 0.000 2,-7.062 0.000 0,-0.807 0.000 0,6.171 0.000-1,0.017 0.000 1,-8.241 0.000-2,0.372 0.000 1,1.214 0.000 1,2.179 0.000 4,2.227 0.000-3,2.234 0.000 0,2.051 0.000-2,-2.192 0.000 1,3.234 0.000 5,12.594 0.000 14,3.058 0.000-18,-3.426 0.000-1,0.792 0.000-1,1.728-1.425 0,0.820-0.757 0,0.192-0.285 0,0.738-1.783 1,-0.410-1.218 1,-1.084-0.766-2,0.170-0.187 1,-0.413 0.184 2,-0.737 0.400-2,-0.876 0.499 2,-0.886 0.514 2,-0.819 0.486-5,-0.708 0.439 0,2.944-2.851 0,-1.368 0.939 4,0.454 0.230 1,1.460-1.274 1,0.105-1.666-3,-3.767 3.717-2,-0.228-1.310 0,-0.489-0.453 1,-0.610 0.114-1,-0.632 0.452 2,0.728-4.079-1,-1.723 2.563-1,-1.497 0.154-1,-5.040 3.928 4,-2.178 3.806 2,-0.200-0.200-1,1.390-0.102-3,-10.916 1.634-3,-6.686 1.311-4,-3.761 1.009 3,-13.944 5.331-8,-4.441 2.808-1,0.658 1.186-1,-0.342 0.385 17,4.345-0.866-12,5.936-1.290-2,6.368-1.432 3,8.562-2.422 34,4.577-1.046-24,4.062-0.921-6,3.451-0.776 1,2.814-0.628 15,0.852 1.998 5,4.133 4.225 0,3.045-0.971-10,0.379-1.448-7,-0.856-1.109-1,-0.792 0.222 1,-0.609 0.134 2,-0.419-0.559-1,1.196 1.925-3,4.718 1.257 1,-0.494-5.106 1,-0.336-2.296 0,5.289 0.508 0,-1.967-1.611-1,3.537-0.274 0,1.932-0.388-1,3.742-0.293-1,0.479-0.290-2,-0.633-0.205 5,1.105-0.151-6,-1.187-0.090 4,-1.768-0.040 2,-4.950 0.048-3,-0.804 0.004 9,1.549-0.028-3,-1.607 0.026-5,-1.543 0.029 6,-1.379 0.028 0,-1.165 0.027-2,2.214-0.005-2,-1.209 0.043 2,1.433-0.210 2,-1.033-0.352-2,-0.183-0.406-2,-0.723-0.406 0,3.484-2.461-3,-3.764 0.050 1,0.083-0.252 3,-0.272 1.759 2,-2.334-3.308 0,-0.197-1.125-3,1.676 2.271 0,1.035 4.402-1,0.304 0.246 1,3.718-0.082 1,-4.148-0.060-1,9.653 0.006-4,-4.636-0.024 2,0.222-0.004 1,-0.883-0.004 1,-1.203-0.002-3,-1.415-0.001 1,-1.435-0.001 0,2.626-0.002 0,-2.122-0.002 5,-0.730 0.003-1,-2.978 5.255 3,-3.376 1.154-1,-2.744 0.323-1,-3.884-1.898-4,-1.594-0.690 0,-0.801-0.371-1,0.513-0.734 0,0.370-0.171 2,-0.541 0.360-2,-5.211 1.693-1,-1.059-0.163 0,-3.583 0.037 1,-0.247-0.337-1,1.211-0.343 3,2.006-0.318 0,2.328-0.276 0,2.332-0.229-3,2.463-0.346-1,2.120-0.314 3,-1.255 1.761-1,4.526 2.030 12,4.812-0.545-1,-11.055-3.195 0,-0.960-1.761-8,-2.151-0.443-4,5.600-0.242 2,0.509 0.050 0,-3.735 0.489 0,3.901 0.265 0,2.114 3.708 1,5.447 1.713-1,5.903-3.288 5,2.034-2.950 1,-0.642-0.221-6,1.172-0.034-1,1.676 0.000 1,-5.377 0.019 0,1.187-0.419 0,-0.039-0.651 0,-0.139-0.754-1,0.255-0.517-1,-0.272-0.047 4,-0.284 0.174 0,-0.294 0.292-1,-0.275 0.345 1,-0.243 0.343 0,5.486-0.340 0,-0.647 0.893 0,-2.126 0.523-1,-2.344 0.245 0,-0.015 0.145 0,1.019-0.004-1,1.727-0.182 3,1.283-0.029 0,-0.397-0.005-3,-1.804-0.001-1,-1.902 0.000 0,1.714 0.000 0,-1.419 0.003 4,0.323 0.001 2,-0.187 0.000-3,1.116 0.000-2,2.058 0.000 0,-1.621 0.000 2,-0.409 0.000-2,-1.577 0.000-1,0.015-3.543 2,-3.549-3.365 4,2.559 1.913-3,0.787 3.920-2,0.266-0.593 0,-1.727-3.008 1,-0.353 0.405 0,0.029 0.023 0,1.896 2.580 1,-0.099 1.722 0,-1.158-3.756 1,-4.409-3.700-2,-0.353 0.650 0,-0.223 0.647-2,0.090-0.359 1,-3.660 1.425 1,-2.270-0.162 0,-0.376 0.834 0,0.470 1.404-1,-1.371 0.914 0,-1.545 1.119 1,1.104-1.227 1,-0.587-1.801-1,-0.892-0.004-2,-1.566-0.791 1,5.115 1.736 1,-0.065-0.505 0,-0.013-0.490 0,0.020-0.440 0,0.329-0.063-1,0.272-0.020 1,0.299 0.077-1,0.294 0.132 1,-3.286-4.630 0,3.482 4.021-1,-3.995-2.316 2,2.505 2.246 2,0.510 0.966-3,-2.349-2.700 0,0.025-0.494-2,0.409 0.080 2,0.614 0.424 0,0.689 0.602-2,0.674 0.662 1,0.850 0.388-1,-1.716-4.640-1,2.985 1.478 8,1.764 1.424 0,1.106-1.081-4,-0.892 0.584-1,-3.827 2.084 2,-2.401-0.919 0,3.168 1.753-3,-2.533-4.204 0,2.802 2.062-2,2.941 0.578 3,6.977 5.634 2,0.198 0.838 0,1.242-0.486-2,2.408-0.035 0,0.360 0.000-2,-1.711 0.823 1,-1.665 1.761 0,-0.616 1.958 1,-1.112-0.484 1,1.355-0.147 1,0.343 2.003-3,0.321 2.676 0,0.983-0.320 0,-3.621-3.095 0,-0.123 0.405 1,-0.222 0.005-1,-0.267-0.240 3,-0.269-0.373-1,2.762 3.657-4,-2.016-2.108 1,-1.300 0.067 2,-2.585 0.623 2,4.882-0.488 2,0.038 1.795-2,-1.258-3.112-3,-0.026-0.013 0,-0.386-0.236 0,2.004 4.068-1,-2.081-1.987 1,0.616-2.485 1,0.768-1.250 3,0.229 1.157 0,-2.758 2.316-3,-2.376 0.537 0,0.954 0.564-1,3.401-3.879 1,0.042-0.135 1,-0.017 1.806-2,-2.749 0.262-1,0.120 1.585 3,2.330-1.016 0,1.478 1.498-1,-1.814-3.441 0,-0.076 0.285-1,3.029 3.130 0,0.320-2.042-1,-0.097-1.221 2,-2.039-0.524 1,-1.085 1.599 1,2.716-0.285-1,-1.913-0.877-1,-1.435 0.350 0,-0.272 0.367 0,2.483-2.729 0,1.021-3.228 0,-3.466 5.800 1,-3.194 0.932 0,-3.459-1.386 0,-2.822-4.483-1,-0.375-0.339 0,0.617-0.128-1,-0.299-3.576-1,4.301-4.748 3,0.787-3.846-2,0.969 5.656 0,0.146-0.062-1,0.108 0.041 1,0.076-0.985 0,0.049-0.408 1,0.029 0.047 1,0.016 0.326-1,-0.092 0.859 1,-0.518-3.532-4,-0.699 4.164 2,-3.957 2.180 3,-0.969 4.203 1,3.678-7.258 0,1.700 0.512-2,0.460-0.151-1,0.279-1.740-2,0.206 0.939 1,-0.030 1.116 1,-2.587 0.760 1,-4.776 4.442 1,0.795 1.003-1,-1.993 2.205-3,2.230 3.664 1,-0.464 3.817 1,3.643-3.861-1,0.400 0.550 0,0.450 0.514-1,-0.253 4.742 1,1.253-2.768 1,0.374-0.429 0,0.302-0.725 0,0.228-0.848-1,0.152 4.076-1,0.281-3.413 0,0.173-0.694 3,-0.027-0.383 2,-1.022-0.021 0,-3.331-1.155-2,-0.730-0.601 0,-0.010-0.080 0,-7.167-3.014-1,1.780-1.274 0,-1.406-0.069-2,2.256-0.059-1,-5.183-0.027-1,1.818-0.033 1,-7.838-0.017 0,-0.946-0.018 3,0.770-0.009-3,7.766 0.003 2,0.643-0.001 1,-7.734-0.008-4,-0.106 0.000-2,4.820-0.470 15,1.697-0.768-4,-0.346-0.691-6,-4.021-0.365-4,-1.316 0.048 15,-0.116 0.221-10,7.041 0.836-2,0.415 0.142-1,-6.485-0.252-2,0.390 0.335 0,11.352 0.667 3,-15.830-0.286 13,-1.168 0.222-13,6.411-0.607 2,-0.028-0.461 0,-1.633-0.510-2,1.014-0.105-3,-3.227-0.238 7,1.098 0.225-3,2.058 0.304 1,2.501 0.332 5,2.581 0.321-2,2.428 0.290-6,2.887 0.296 1,1.235 0.159 0,-3.743-0.016 6,-1.076 0.342 11,4.754 0.105-13,-2.379 0.018-3,-1.522 0.007 0,-0.605-0.001 1,-2.476-0.006 0,-0.989-0.009-4,0.037-0.011 0,-0.953-0.009 5,0.949-0.011-2,1.647-0.009-2,1.947-0.007 0,1.981-0.006 5,1.838-0.004 1,-2.444-0.003-4,2.568-0.009-1,-0.617-0.003 5,0.735 0.009 6,-3.692 0.001-3,4.057 0.000-7,-0.279 0.000 0,-2.221-0.307 0,-6.014-2.453-3,4.721 0.500 2,3.865 0.887 3,-0.213 0.023-1,-2.964-1.107-1,-0.497-0.352 0,-0.259-0.119 1,-0.505-0.748-1,1.150 0.185 0,-0.107-0.079 0,-2.187-0.745-1,0.444 0.312 1,0.644 0.436 1,0.295 0.128 0,1.084 0.236-1,1.099 0.146 1,1.044 0.074 1,0.937 0.026 0,0.613 0.071 0,-3.437-1.801 0,2.144 1.599 2,-0.693 0.902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customXml" Target="../ink/ink1.xml"/><Relationship Id="rId2" Type="http://schemas.openxmlformats.org/officeDocument/2006/relationships/image" Target="../media/image7.sv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customXml" Target="../ink/ink2.xml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customXml" Target="../ink/ink4.xml"/><Relationship Id="rId2" Type="http://schemas.openxmlformats.org/officeDocument/2006/relationships/image" Target="../media/image12.png"/><Relationship Id="rId1" Type="http://schemas.openxmlformats.org/officeDocument/2006/relationships/customXml" Target="../ink/ink3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1.png"/><Relationship Id="rId7" Type="http://schemas.openxmlformats.org/officeDocument/2006/relationships/image" Target="../media/image18.png"/><Relationship Id="rId6" Type="http://schemas.openxmlformats.org/officeDocument/2006/relationships/image" Target="../media/image17.png"/><Relationship Id="rId5" Type="http://schemas.openxmlformats.org/officeDocument/2006/relationships/customXml" Target="../ink/ink7.xml"/><Relationship Id="rId4" Type="http://schemas.openxmlformats.org/officeDocument/2006/relationships/image" Target="../media/image16.png"/><Relationship Id="rId3" Type="http://schemas.openxmlformats.org/officeDocument/2006/relationships/customXml" Target="../ink/ink6.xml"/><Relationship Id="rId2" Type="http://schemas.openxmlformats.org/officeDocument/2006/relationships/image" Target="../media/image15.png"/><Relationship Id="rId10" Type="http://schemas.openxmlformats.org/officeDocument/2006/relationships/notesSlide" Target="../notesSlides/notesSlide6.xml"/><Relationship Id="rId1" Type="http://schemas.openxmlformats.org/officeDocument/2006/relationships/customXml" Target="../ink/ink5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1.png"/><Relationship Id="rId6" Type="http://schemas.openxmlformats.org/officeDocument/2006/relationships/image" Target="../media/image23.png"/><Relationship Id="rId5" Type="http://schemas.openxmlformats.org/officeDocument/2006/relationships/customXml" Target="../ink/ink8.xml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26.png"/><Relationship Id="rId4" Type="http://schemas.openxmlformats.org/officeDocument/2006/relationships/customXml" Target="../ink/ink10.xml"/><Relationship Id="rId3" Type="http://schemas.openxmlformats.org/officeDocument/2006/relationships/image" Target="../media/image25.png"/><Relationship Id="rId2" Type="http://schemas.openxmlformats.org/officeDocument/2006/relationships/customXml" Target="../ink/ink9.xml"/><Relationship Id="rId1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customXml" Target="../ink/ink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9575" y="1763395"/>
            <a:ext cx="6878955" cy="17957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Sistema Acadêmico: Análise </a:t>
            </a:r>
            <a:r>
              <a:rPr lang="pt-BR" alt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 Levantamento </a:t>
            </a: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 Requisitos</a:t>
            </a:r>
            <a:r>
              <a:rPr lang="pt-BR" alt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</a:t>
            </a:r>
            <a:endParaRPr lang="pt-BR" altLang="en-US" sz="3700" dirty="0">
              <a:solidFill>
                <a:srgbClr val="1B1B27"/>
              </a:solidFill>
              <a:latin typeface="Raleway" pitchFamily="34" charset="0"/>
              <a:ea typeface="Raleway" pitchFamily="34" charset="-122"/>
              <a:cs typeface="Raleway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09575" y="3085465"/>
            <a:ext cx="6878955" cy="37274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altLang="pt-BR" sz="1700" dirty="0"/>
              <a:t>Disciplina: Gest</a:t>
            </a:r>
            <a:r>
              <a:rPr lang="en-US" altLang="en-US" sz="1700" dirty="0"/>
              <a:t>ã</a:t>
            </a:r>
            <a:r>
              <a:rPr lang="en-US" altLang="pt-BR" sz="1700" dirty="0"/>
              <a:t>o e Qualidade de Software</a:t>
            </a:r>
            <a:endParaRPr lang="en-US" altLang="pt-BR" sz="1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altLang="pt-BR" sz="1700" dirty="0"/>
              <a:t>Professor: Daniel Henrique Matos de Paiva</a:t>
            </a:r>
            <a:endParaRPr lang="en-US" altLang="pt-BR" sz="1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altLang="pt-BR" sz="1700" dirty="0"/>
              <a:t>Integrantes:</a:t>
            </a:r>
            <a:r>
              <a:rPr lang="pt-BR" altLang="en-US" sz="1700" dirty="0"/>
              <a:t> </a:t>
            </a:r>
            <a:r>
              <a:rPr lang="en-US" altLang="pt-BR" sz="1700" dirty="0"/>
              <a:t>Ana Carolina de Sousa Freitas RA: 325132932</a:t>
            </a:r>
            <a:endParaRPr lang="en-US" altLang="pt-BR" sz="1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altLang="pt-BR" sz="1700" dirty="0"/>
              <a:t>Alice Fernandes Barbosa - RA: 326128348</a:t>
            </a:r>
            <a:endParaRPr lang="en-US" altLang="pt-BR" sz="1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altLang="pt-BR" sz="1700" dirty="0">
                <a:sym typeface="+mn-ea"/>
              </a:rPr>
              <a:t>Albano de Souza RA: 32516336</a:t>
            </a:r>
            <a:endParaRPr lang="en-US" altLang="pt-BR" sz="1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pt-BR" altLang="en-US" sz="1700" dirty="0">
                <a:sym typeface="+mn-ea"/>
              </a:rPr>
              <a:t>Débora Suellen Gomes RA: 325132368</a:t>
            </a:r>
            <a:endParaRPr lang="en-US" altLang="pt-BR" sz="1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altLang="pt-BR" sz="1700" dirty="0"/>
              <a:t>Institui</a:t>
            </a:r>
            <a:r>
              <a:rPr lang="en-US" altLang="en-US" sz="1700" dirty="0"/>
              <a:t>ç</a:t>
            </a:r>
            <a:r>
              <a:rPr lang="en-US" altLang="en-US" sz="1700" dirty="0"/>
              <a:t>ã</a:t>
            </a:r>
            <a:r>
              <a:rPr lang="en-US" altLang="pt-BR" sz="1700" dirty="0"/>
              <a:t>o: </a:t>
            </a:r>
            <a:r>
              <a:rPr lang="pt-BR" altLang="en-US" sz="1700" dirty="0"/>
              <a:t>Centro universitário UNA </a:t>
            </a:r>
            <a:endParaRPr lang="pt-BR" alt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9501" y="500559"/>
            <a:ext cx="4392403" cy="5856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40147"/>
            <a:ext cx="6296860" cy="112236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Problema e Escopo da Solução</a:t>
            </a:r>
            <a:endParaRPr lang="en-US" sz="35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918395"/>
            <a:ext cx="6296860" cy="135274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67954" y="2123281"/>
            <a:ext cx="5785499" cy="2804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🔴</a:t>
            </a: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Problema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967954" y="2506067"/>
            <a:ext cx="5785499" cy="56018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Gestão manual de matrículas, notas e históricos gera erros, retrabalho e ineficiência operacional para toda a instituição.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441700"/>
            <a:ext cx="6296860" cy="135274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67954" y="3646587"/>
            <a:ext cx="5785499" cy="2804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🎯</a:t>
            </a: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Escopo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967954" y="4029373"/>
            <a:ext cx="5785499" cy="56018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Plataforma integrada para gestão de matrículas, diário de classe, notas, pré-requisitos e emissão de históricos acadêmicos.</a:t>
            </a:r>
            <a:endParaRPr lang="en-US" sz="14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965005"/>
            <a:ext cx="6296860" cy="135274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67954" y="5169892"/>
            <a:ext cx="5785499" cy="2804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👥</a:t>
            </a: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Público-alvo</a:t>
            </a:r>
            <a:endParaRPr lang="en-US" sz="1750" dirty="0"/>
          </a:p>
        </p:txBody>
      </p:sp>
      <p:sp>
        <p:nvSpPr>
          <p:cNvPr id="13" name="Text 7"/>
          <p:cNvSpPr/>
          <p:nvPr/>
        </p:nvSpPr>
        <p:spPr>
          <a:xfrm>
            <a:off x="967954" y="5552678"/>
            <a:ext cx="5785499" cy="56018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Alunos, professores, coordenadores e secretaria acadêmica — todos com perfis e permissões distintas no sistema.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40780"/>
            <a:ext cx="10868745" cy="5906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Principais Requisitos Funcionais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809452"/>
            <a:ext cx="5339820" cy="20093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189605" y="1937941"/>
            <a:ext cx="283461" cy="35440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75881" y="2590899"/>
            <a:ext cx="4911007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Matrículas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75881" y="2999581"/>
            <a:ext cx="4911007" cy="60483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RF1:</a:t>
            </a:r>
            <a:r>
              <a:rPr lang="en-US" sz="14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Cadastro e gerenciamento de matrículas com validação automática de pré-requisitos.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90301" y="1809452"/>
            <a:ext cx="5339919" cy="200937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18530" y="1937941"/>
            <a:ext cx="283461" cy="35440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6404708" y="2590899"/>
            <a:ext cx="4911106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Diário de Classe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6404708" y="2999581"/>
            <a:ext cx="4911106" cy="60483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RF2:</a:t>
            </a:r>
            <a:r>
              <a:rPr lang="en-US" sz="14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Lançamento de notas e frequência pelo professor no diário de classe digital.</a:t>
            </a:r>
            <a:endParaRPr lang="en-US" sz="14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4007842"/>
            <a:ext cx="5339820" cy="200937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189605" y="4136330"/>
            <a:ext cx="283461" cy="35440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875881" y="4789289"/>
            <a:ext cx="4911007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Histórico Acadêmico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875881" y="5197971"/>
            <a:ext cx="4911007" cy="60483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RF3:</a:t>
            </a:r>
            <a:r>
              <a:rPr lang="en-US" sz="14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Geração automática de históricos com cálculo de média ponderada por créditos.</a:t>
            </a:r>
            <a:endParaRPr lang="en-US" sz="14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90301" y="4007842"/>
            <a:ext cx="5339919" cy="200937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718530" y="4136330"/>
            <a:ext cx="283461" cy="35440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1"/>
          <p:cNvSpPr/>
          <p:nvPr/>
        </p:nvSpPr>
        <p:spPr>
          <a:xfrm>
            <a:off x="6404708" y="4789289"/>
            <a:ext cx="4911106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Catálogo de Disciplinas</a:t>
            </a:r>
            <a:endParaRPr lang="en-US" sz="1850" dirty="0"/>
          </a:p>
        </p:txBody>
      </p:sp>
      <p:sp>
        <p:nvSpPr>
          <p:cNvPr id="18" name="Text 12"/>
          <p:cNvSpPr/>
          <p:nvPr/>
        </p:nvSpPr>
        <p:spPr>
          <a:xfrm>
            <a:off x="6404708" y="5197971"/>
            <a:ext cx="4911106" cy="60483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RF4:</a:t>
            </a:r>
            <a:r>
              <a:rPr lang="en-US" sz="14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Consulta de disciplinas disponíveis, vagas e pré-requisitos necessários.</a:t>
            </a:r>
            <a:endParaRPr lang="en-US" sz="14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19" name="Tinta 18"/>
              <p14:cNvContentPartPr/>
              <p14:nvPr/>
            </p14:nvContentPartPr>
            <p14:xfrm>
              <a:off x="10980420" y="6529705"/>
              <a:ext cx="1147445" cy="330835"/>
            </p14:xfrm>
          </p:contentPart>
        </mc:Choice>
        <mc:Fallback xmlns="">
          <p:pic>
            <p:nvPicPr>
              <p:cNvPr id="19" name="Tinta 18"/>
            </p:nvPicPr>
            <p:blipFill>
              <a:blip r:embed="rId4"/>
            </p:blipFill>
            <p:spPr>
              <a:xfrm>
                <a:off x="10980420" y="6529705"/>
                <a:ext cx="1147445" cy="33083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76797"/>
            <a:ext cx="3504219" cy="35043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201" y="994668"/>
            <a:ext cx="6903269" cy="118129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Requisitos Não Funcionais e Metas de Qualidade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4633201" y="2388592"/>
            <a:ext cx="2175019" cy="2084685"/>
          </a:xfrm>
          <a:prstGeom prst="roundRect">
            <a:avLst>
              <a:gd name="adj" fmla="val 380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828558" y="2583954"/>
            <a:ext cx="1784305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⚡</a:t>
            </a: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Performance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4828558" y="3068241"/>
            <a:ext cx="1784305" cy="12096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Tempo de resposta máximo de </a:t>
            </a:r>
            <a:r>
              <a:rPr lang="en-US" sz="1450" b="1" dirty="0">
                <a:solidFill>
                  <a:srgbClr val="3C3939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2 segundos</a:t>
            </a:r>
            <a:r>
              <a:rPr lang="en-US" sz="14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para consultas.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997227" y="2388592"/>
            <a:ext cx="2175118" cy="2084685"/>
          </a:xfrm>
          <a:prstGeom prst="roundRect">
            <a:avLst>
              <a:gd name="adj" fmla="val 380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92584" y="2583954"/>
            <a:ext cx="1784405" cy="5905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🟢</a:t>
            </a: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Disponibilidade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7192584" y="3363516"/>
            <a:ext cx="1784405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SLA de </a:t>
            </a:r>
            <a:r>
              <a:rPr lang="en-US" sz="1450" b="1" dirty="0">
                <a:solidFill>
                  <a:srgbClr val="3C3939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99,5%</a:t>
            </a:r>
            <a:r>
              <a:rPr lang="en-US" sz="14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garantido durante o período letivo.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9361353" y="2388592"/>
            <a:ext cx="2175118" cy="2084685"/>
          </a:xfrm>
          <a:prstGeom prst="roundRect">
            <a:avLst>
              <a:gd name="adj" fmla="val 380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556709" y="2583954"/>
            <a:ext cx="1784405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🔐</a:t>
            </a: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Segurança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9556709" y="3068241"/>
            <a:ext cx="1784405" cy="12096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OAuth 2.0, criptografia de dados sensíveis e conformidade </a:t>
            </a:r>
            <a:r>
              <a:rPr lang="en-US" sz="1450" b="1" dirty="0">
                <a:solidFill>
                  <a:srgbClr val="3C3939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LGPD</a:t>
            </a:r>
            <a:r>
              <a:rPr lang="en-US" sz="14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4633201" y="4662289"/>
            <a:ext cx="6903269" cy="1177429"/>
          </a:xfrm>
          <a:prstGeom prst="roundRect">
            <a:avLst>
              <a:gd name="adj" fmla="val 674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28558" y="4857651"/>
            <a:ext cx="6512556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📱</a:t>
            </a: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Usabilidade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4828558" y="5341938"/>
            <a:ext cx="6512556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Interface responsiva acessível em </a:t>
            </a:r>
            <a:r>
              <a:rPr lang="en-US" sz="1450" b="1" dirty="0">
                <a:solidFill>
                  <a:srgbClr val="3C3939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desktop e mobile</a:t>
            </a:r>
            <a:r>
              <a:rPr lang="en-US" sz="14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.</a:t>
            </a:r>
            <a:endParaRPr lang="en-US" sz="14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16" name="Tinta 15"/>
              <p14:cNvContentPartPr/>
              <p14:nvPr/>
            </p14:nvContentPartPr>
            <p14:xfrm>
              <a:off x="10881360" y="6537325"/>
              <a:ext cx="1224915" cy="295910"/>
            </p14:xfrm>
          </p:contentPart>
        </mc:Choice>
        <mc:Fallback xmlns="">
          <p:pic>
            <p:nvPicPr>
              <p:cNvPr id="16" name="Tinta 15"/>
            </p:nvPicPr>
            <p:blipFill>
              <a:blip r:embed="rId3"/>
            </p:blipFill>
            <p:spPr>
              <a:xfrm>
                <a:off x="10881360" y="6537325"/>
                <a:ext cx="1224915" cy="295910"/>
              </a:xfrm>
              <a:prstGeom prst="rect"/>
            </p:spPr>
          </p:pic>
        </mc:Fallback>
      </mc:AlternateContent>
      <p:pic>
        <p:nvPicPr>
          <p:cNvPr id="17" name="Imagem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165" y="6223000"/>
            <a:ext cx="1219200" cy="6343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7152005" y="2572385"/>
            <a:ext cx="4384040" cy="1819275"/>
          </a:xfrm>
          <a:prstGeom prst="rect">
            <a:avLst/>
          </a:prstGeom>
          <a:noFill/>
        </p:spPr>
        <p:txBody>
          <a:bodyPr wrap="square" lIns="0" tIns="68047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65975" y="4963795"/>
            <a:ext cx="2620010" cy="1193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7000"/>
              </a:lnSpc>
              <a:buNone/>
            </a:pPr>
            <a:endParaRPr lang="en-US" sz="13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11" name="Tinta 10"/>
              <p14:cNvContentPartPr/>
              <p14:nvPr/>
            </p14:nvContentPartPr>
            <p14:xfrm>
              <a:off x="11205845" y="6667500"/>
              <a:ext cx="635" cy="635"/>
            </p14:xfrm>
          </p:contentPart>
        </mc:Choice>
        <mc:Fallback xmlns="">
          <p:pic>
            <p:nvPicPr>
              <p:cNvPr id="11" name="Tinta 10"/>
            </p:nvPicPr>
            <p:blipFill>
              <a:blip r:embed="rId2"/>
            </p:blipFill>
            <p:spPr>
              <a:xfrm>
                <a:off x="11205845" y="6667500"/>
                <a:ext cx="63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12" name="Tinta 11"/>
              <p14:cNvContentPartPr/>
              <p14:nvPr/>
            </p14:nvContentPartPr>
            <p14:xfrm>
              <a:off x="10962005" y="6569710"/>
              <a:ext cx="1144270" cy="231775"/>
            </p14:xfrm>
          </p:contentPart>
        </mc:Choice>
        <mc:Fallback xmlns="">
          <p:pic>
            <p:nvPicPr>
              <p:cNvPr id="12" name="Tinta 11"/>
            </p:nvPicPr>
            <p:blipFill>
              <a:blip r:embed="rId4"/>
            </p:blipFill>
            <p:spPr>
              <a:xfrm>
                <a:off x="10962005" y="6569710"/>
                <a:ext cx="1144270" cy="231775"/>
              </a:xfrm>
              <a:prstGeom prst="rect"/>
            </p:spPr>
          </p:pic>
        </mc:Fallback>
      </mc:AlternateContent>
      <p:pic>
        <p:nvPicPr>
          <p:cNvPr id="15" name="Imagem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7695" y="52070"/>
            <a:ext cx="7908290" cy="6753225"/>
          </a:xfrm>
          <a:prstGeom prst="rect">
            <a:avLst/>
          </a:prstGeom>
        </p:spPr>
      </p:pic>
      <p:pic>
        <p:nvPicPr>
          <p:cNvPr id="2" name="Imagem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165" y="6439535"/>
            <a:ext cx="1219200" cy="4184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550687" y="3012550"/>
            <a:ext cx="1072952" cy="96568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Regra: Pré-requisitos Obrigatórios</a:t>
            </a:r>
            <a:endParaRPr lang="en-US" sz="15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18" name="Tinta 17"/>
              <p14:cNvContentPartPr/>
              <p14:nvPr/>
            </p14:nvContentPartPr>
            <p14:xfrm>
              <a:off x="11131550" y="6627495"/>
              <a:ext cx="934720" cy="160655"/>
            </p14:xfrm>
          </p:contentPart>
        </mc:Choice>
        <mc:Fallback xmlns="">
          <p:pic>
            <p:nvPicPr>
              <p:cNvPr id="18" name="Tinta 17"/>
            </p:nvPicPr>
            <p:blipFill>
              <a:blip r:embed="rId2"/>
            </p:blipFill>
            <p:spPr>
              <a:xfrm>
                <a:off x="11131550" y="6627495"/>
                <a:ext cx="934720" cy="1606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19" name="Tinta 18"/>
              <p14:cNvContentPartPr/>
              <p14:nvPr/>
            </p14:nvContentPartPr>
            <p14:xfrm>
              <a:off x="10887075" y="6547485"/>
              <a:ext cx="1243965" cy="263525"/>
            </p14:xfrm>
          </p:contentPart>
        </mc:Choice>
        <mc:Fallback xmlns="">
          <p:pic>
            <p:nvPicPr>
              <p:cNvPr id="19" name="Tinta 18"/>
            </p:nvPicPr>
            <p:blipFill>
              <a:blip r:embed="rId4"/>
            </p:blipFill>
            <p:spPr>
              <a:xfrm>
                <a:off x="10887075" y="6547485"/>
                <a:ext cx="1243965" cy="2635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20" name="Tinta 19"/>
              <p14:cNvContentPartPr/>
              <p14:nvPr/>
            </p14:nvContentPartPr>
            <p14:xfrm>
              <a:off x="10858500" y="6489700"/>
              <a:ext cx="1228725" cy="288925"/>
            </p14:xfrm>
          </p:contentPart>
        </mc:Choice>
        <mc:Fallback xmlns="">
          <p:pic>
            <p:nvPicPr>
              <p:cNvPr id="20" name="Tinta 19"/>
            </p:nvPicPr>
            <p:blipFill>
              <a:blip r:embed="rId6"/>
            </p:blipFill>
            <p:spPr>
              <a:xfrm>
                <a:off x="10858500" y="6489700"/>
                <a:ext cx="1228725" cy="288925"/>
              </a:xfrm>
              <a:prstGeom prst="rect"/>
            </p:spPr>
          </p:pic>
        </mc:Fallback>
      </mc:AlternateContent>
      <p:pic>
        <p:nvPicPr>
          <p:cNvPr id="21" name="Imagem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13280" y="42545"/>
            <a:ext cx="7551420" cy="6772275"/>
          </a:xfrm>
          <a:prstGeom prst="rect">
            <a:avLst/>
          </a:prstGeom>
        </p:spPr>
      </p:pic>
      <p:pic>
        <p:nvPicPr>
          <p:cNvPr id="2" name="Imagem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V="1">
            <a:off x="10751185" y="6162675"/>
            <a:ext cx="1400810" cy="6521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92" y="500559"/>
            <a:ext cx="4392403" cy="5856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786904"/>
            <a:ext cx="6296860" cy="112236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Pipeline de Desenvolvimento (Git e Code Review)</a:t>
            </a:r>
            <a:endParaRPr lang="en-US" sz="35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360" y="2165152"/>
            <a:ext cx="897808" cy="130194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01721" y="2344638"/>
            <a:ext cx="5228499" cy="2804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GitFlow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6301721" y="2727424"/>
            <a:ext cx="5228499" cy="56018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Branches </a:t>
            </a:r>
            <a:r>
              <a:rPr lang="en-US" sz="1400" b="1" dirty="0">
                <a:solidFill>
                  <a:srgbClr val="3C3939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main</a:t>
            </a:r>
            <a:r>
              <a:rPr lang="en-US" sz="14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, </a:t>
            </a:r>
            <a:r>
              <a:rPr lang="en-US" sz="1400" b="1" dirty="0">
                <a:solidFill>
                  <a:srgbClr val="3C3939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develop</a:t>
            </a:r>
            <a:r>
              <a:rPr lang="en-US" sz="14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e </a:t>
            </a:r>
            <a:r>
              <a:rPr lang="en-US" sz="1400" b="1" dirty="0">
                <a:solidFill>
                  <a:srgbClr val="3C3939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feature/*</a:t>
            </a:r>
            <a:r>
              <a:rPr lang="en-US" sz="14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organizando o fluxo de trabalho no GitHub.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3360" y="3467100"/>
            <a:ext cx="897808" cy="130194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301721" y="3646587"/>
            <a:ext cx="5228499" cy="2804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Conventional Commits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6301721" y="4029373"/>
            <a:ext cx="5228499" cy="56018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Padrão </a:t>
            </a:r>
            <a:r>
              <a:rPr lang="en-US" sz="1400" b="1" dirty="0">
                <a:solidFill>
                  <a:srgbClr val="3C3939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feat/</a:t>
            </a:r>
            <a:r>
              <a:rPr lang="en-US" sz="14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, </a:t>
            </a:r>
            <a:r>
              <a:rPr lang="en-US" sz="1400" b="1" dirty="0">
                <a:solidFill>
                  <a:srgbClr val="3C3939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fix/</a:t>
            </a:r>
            <a:r>
              <a:rPr lang="en-US" sz="14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, </a:t>
            </a:r>
            <a:r>
              <a:rPr lang="en-US" sz="1400" b="1" dirty="0">
                <a:solidFill>
                  <a:srgbClr val="3C3939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docs/</a:t>
            </a:r>
            <a:r>
              <a:rPr lang="en-US" sz="14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, </a:t>
            </a:r>
            <a:r>
              <a:rPr lang="en-US" sz="1400" b="1" dirty="0">
                <a:solidFill>
                  <a:srgbClr val="3C3939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refactor/</a:t>
            </a:r>
            <a:r>
              <a:rPr lang="en-US" sz="14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para rastreabilidade e changelogs automáticos.</a:t>
            </a:r>
            <a:endParaRPr lang="en-US" sz="14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3360" y="4769048"/>
            <a:ext cx="897808" cy="130194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301721" y="4948535"/>
            <a:ext cx="5228499" cy="2804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Code Review</a:t>
            </a:r>
            <a:endParaRPr lang="en-US" sz="1750" dirty="0"/>
          </a:p>
        </p:txBody>
      </p:sp>
      <p:sp>
        <p:nvSpPr>
          <p:cNvPr id="13" name="Text 7"/>
          <p:cNvSpPr/>
          <p:nvPr/>
        </p:nvSpPr>
        <p:spPr>
          <a:xfrm>
            <a:off x="6301721" y="5331321"/>
            <a:ext cx="5228499" cy="56018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Aprovação obrigatória de </a:t>
            </a:r>
            <a:r>
              <a:rPr lang="en-US" sz="1400" b="1" dirty="0">
                <a:solidFill>
                  <a:srgbClr val="3C3939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2 reviewers</a:t>
            </a:r>
            <a:r>
              <a:rPr lang="en-US" sz="14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antes de qualquer merge para a branch main.</a:t>
            </a:r>
            <a:endParaRPr lang="en-US" sz="1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15" name="Tinta 14"/>
              <p14:cNvContentPartPr/>
              <p14:nvPr/>
            </p14:nvContentPartPr>
            <p14:xfrm>
              <a:off x="10905490" y="6550025"/>
              <a:ext cx="1221740" cy="310515"/>
            </p14:xfrm>
          </p:contentPart>
        </mc:Choice>
        <mc:Fallback xmlns="">
          <p:pic>
            <p:nvPicPr>
              <p:cNvPr id="15" name="Tinta 14"/>
            </p:nvPicPr>
            <p:blipFill>
              <a:blip r:embed="rId6"/>
            </p:blipFill>
            <p:spPr>
              <a:xfrm>
                <a:off x="10905490" y="6550025"/>
                <a:ext cx="1221740" cy="310515"/>
              </a:xfrm>
              <a:prstGeom prst="rect"/>
            </p:spPr>
          </p:pic>
        </mc:Fallback>
      </mc:AlternateContent>
      <p:pic>
        <p:nvPicPr>
          <p:cNvPr id="14" name="Imagem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72165" y="6366510"/>
            <a:ext cx="1219200" cy="4908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44041"/>
            <a:ext cx="10868745" cy="5906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Estratégia de Testes e Validação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807170"/>
            <a:ext cx="6903269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Cenários de Teste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661475" y="2315071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2365" y="2350492"/>
            <a:ext cx="283461" cy="35440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75723" y="2379960"/>
            <a:ext cx="2719220" cy="5905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Pré-requisito não atendido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1275723" y="3159522"/>
            <a:ext cx="2719220" cy="12096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Matrícula solicitada sem pré-requisito cumprido → Sistema </a:t>
            </a:r>
            <a:r>
              <a:rPr lang="en-US" sz="1450" b="1" dirty="0">
                <a:solidFill>
                  <a:srgbClr val="3C3939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rejeita</a:t>
            </a:r>
            <a:r>
              <a:rPr lang="en-US" sz="14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e exibe mensagem clara ao aluno.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231177" y="2315071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02067" y="2350492"/>
            <a:ext cx="283461" cy="35440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845425" y="2379960"/>
            <a:ext cx="2719319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Nota fora do intervalo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4845425" y="2864247"/>
            <a:ext cx="2719319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Professor tenta lançar nota fora de </a:t>
            </a:r>
            <a:r>
              <a:rPr lang="en-US" sz="1450" b="1" dirty="0">
                <a:solidFill>
                  <a:srgbClr val="3C3939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0–10</a:t>
            </a:r>
            <a:r>
              <a:rPr lang="en-US" sz="14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→ Validação impede o salvamento com alerta de erro.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4747220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2365" y="4782641"/>
            <a:ext cx="283461" cy="35440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75723" y="4812109"/>
            <a:ext cx="6289022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Geração de histórico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1275723" y="5296396"/>
            <a:ext cx="6289022" cy="60483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Solicitação de histórico → Cálculo correto de </a:t>
            </a:r>
            <a:r>
              <a:rPr lang="en-US" sz="1450" b="1" dirty="0">
                <a:solidFill>
                  <a:srgbClr val="3C3939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média ponderada</a:t>
            </a:r>
            <a:r>
              <a:rPr lang="en-US" sz="14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por créditos e emissão do documento.</a:t>
            </a:r>
            <a:endParaRPr lang="en-US" sz="145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2251" y="2113855"/>
            <a:ext cx="3504219" cy="350430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17" name="Tinta 16"/>
              <p14:cNvContentPartPr/>
              <p14:nvPr/>
            </p14:nvContentPartPr>
            <p14:xfrm>
              <a:off x="11039475" y="6566535"/>
              <a:ext cx="653415" cy="212725"/>
            </p14:xfrm>
          </p:contentPart>
        </mc:Choice>
        <mc:Fallback xmlns="">
          <p:pic>
            <p:nvPicPr>
              <p:cNvPr id="17" name="Tinta 16"/>
            </p:nvPicPr>
            <p:blipFill>
              <a:blip r:embed="rId3"/>
            </p:blipFill>
            <p:spPr>
              <a:xfrm>
                <a:off x="11039475" y="6566535"/>
                <a:ext cx="653415" cy="2127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18" name="Tinta 17"/>
              <p14:cNvContentPartPr/>
              <p14:nvPr/>
            </p14:nvContentPartPr>
            <p14:xfrm>
              <a:off x="11099165" y="6440805"/>
              <a:ext cx="996950" cy="381635"/>
            </p14:xfrm>
          </p:contentPart>
        </mc:Choice>
        <mc:Fallback xmlns="">
          <p:pic>
            <p:nvPicPr>
              <p:cNvPr id="18" name="Tinta 17"/>
            </p:nvPicPr>
            <p:blipFill>
              <a:blip r:embed="rId5"/>
            </p:blipFill>
            <p:spPr>
              <a:xfrm>
                <a:off x="11099165" y="6440805"/>
                <a:ext cx="996950" cy="381635"/>
              </a:xfrm>
              <a:prstGeom prst="rect"/>
            </p:spPr>
          </p:pic>
        </mc:Fallback>
      </mc:AlternateContent>
      <p:pic>
        <p:nvPicPr>
          <p:cNvPr id="19" name="Imagem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6915" y="6463665"/>
            <a:ext cx="1272540" cy="3778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61475" y="1958975"/>
            <a:ext cx="10868745" cy="11048"/>
          </a:xfrm>
          <a:prstGeom prst="rect">
            <a:avLst/>
          </a:prstGeom>
          <a:solidFill>
            <a:srgbClr val="000000">
              <a:alpha val="8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661475" y="2723555"/>
            <a:ext cx="10868745" cy="11048"/>
          </a:xfrm>
          <a:prstGeom prst="rect">
            <a:avLst/>
          </a:prstGeom>
          <a:solidFill>
            <a:srgbClr val="000000">
              <a:alpha val="8000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661475" y="3488134"/>
            <a:ext cx="10868745" cy="11048"/>
          </a:xfrm>
          <a:prstGeom prst="rect">
            <a:avLst/>
          </a:prstGeom>
          <a:solidFill>
            <a:srgbClr val="000000">
              <a:alpha val="8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661475" y="5017294"/>
            <a:ext cx="10868745" cy="11048"/>
          </a:xfrm>
          <a:prstGeom prst="rect">
            <a:avLst/>
          </a:prstGeom>
          <a:solidFill>
            <a:srgbClr val="000000">
              <a:alpha val="8000"/>
            </a:srgbClr>
          </a:solidFill>
        </p:spPr>
      </p:sp>
      <p:sp>
        <p:nvSpPr>
          <p:cNvPr id="9" name="Shape 7"/>
          <p:cNvSpPr/>
          <p:nvPr/>
        </p:nvSpPr>
        <p:spPr>
          <a:xfrm>
            <a:off x="661475" y="5781873"/>
            <a:ext cx="10868745" cy="11048"/>
          </a:xfrm>
          <a:prstGeom prst="rect">
            <a:avLst/>
          </a:prstGeom>
          <a:solidFill>
            <a:srgbClr val="000000">
              <a:alpha val="8000"/>
            </a:srgbClr>
          </a:solidFill>
        </p:spPr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42" name="Tinta 41"/>
              <p14:cNvContentPartPr/>
              <p14:nvPr/>
            </p14:nvContentPartPr>
            <p14:xfrm>
              <a:off x="10709275" y="6518275"/>
              <a:ext cx="1370330" cy="287655"/>
            </p14:xfrm>
          </p:contentPart>
        </mc:Choice>
        <mc:Fallback xmlns="">
          <p:pic>
            <p:nvPicPr>
              <p:cNvPr id="42" name="Tinta 41"/>
            </p:nvPicPr>
            <p:blipFill>
              <a:blip r:embed="rId2"/>
            </p:blipFill>
            <p:spPr>
              <a:xfrm>
                <a:off x="10709275" y="6518275"/>
                <a:ext cx="1370330" cy="287655"/>
              </a:xfrm>
              <a:prstGeom prst="rect"/>
            </p:spPr>
          </p:pic>
        </mc:Fallback>
      </mc:AlternateContent>
      <p:sp>
        <p:nvSpPr>
          <p:cNvPr id="46" name="Caixa de Texto 45"/>
          <p:cNvSpPr txBox="1"/>
          <p:nvPr/>
        </p:nvSpPr>
        <p:spPr>
          <a:xfrm>
            <a:off x="9116060" y="935990"/>
            <a:ext cx="743585" cy="356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pt-BR" altLang="en-US"/>
          </a:p>
        </p:txBody>
      </p:sp>
      <p:pic>
        <p:nvPicPr>
          <p:cNvPr id="54" name="Imagem 5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055" y="6554470"/>
            <a:ext cx="1083310" cy="280670"/>
          </a:xfrm>
          <a:prstGeom prst="rect">
            <a:avLst/>
          </a:prstGeom>
        </p:spPr>
      </p:pic>
      <p:pic>
        <p:nvPicPr>
          <p:cNvPr id="44" name="Imagem 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635"/>
            <a:ext cx="12129770" cy="6502400"/>
          </a:xfrm>
          <a:prstGeom prst="rect">
            <a:avLst/>
          </a:prstGeom>
        </p:spPr>
      </p:pic>
      <p:pic>
        <p:nvPicPr>
          <p:cNvPr id="47" name="Imagem 4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7515" y="6365875"/>
            <a:ext cx="1593850" cy="4730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93030"/>
            <a:ext cx="6296860" cy="118129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Conclusão e Desafios Identificados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660840" y="2010172"/>
            <a:ext cx="3053877" cy="2613918"/>
          </a:xfrm>
          <a:prstGeom prst="roundRect">
            <a:avLst>
              <a:gd name="adj" fmla="val 303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6832" y="2253159"/>
            <a:ext cx="2663163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✅</a:t>
            </a:r>
            <a:r>
              <a:rPr lang="en-US" sz="2000" b="1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Pontos-chave</a:t>
            </a:r>
            <a:endParaRPr lang="en-US" sz="2000" b="1" dirty="0"/>
          </a:p>
        </p:txBody>
      </p:sp>
      <p:sp>
        <p:nvSpPr>
          <p:cNvPr id="7" name="Text 4"/>
          <p:cNvSpPr/>
          <p:nvPr/>
        </p:nvSpPr>
        <p:spPr>
          <a:xfrm>
            <a:off x="856832" y="2661841"/>
            <a:ext cx="2663163" cy="18145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altLang="pt-BR" sz="2000" dirty="0">
                <a:solidFill>
                  <a:srgbClr val="3C3939"/>
                </a:solidFill>
                <a:latin typeface="Calibri" panose="020F0502020204030204" charset="0"/>
                <a:ea typeface="Roboto" panose="02000000000000000000" pitchFamily="34" charset="-122"/>
                <a:cs typeface="Calibri" panose="020F0502020204030204" charset="0"/>
                <a:sym typeface="+mn-ea"/>
              </a:rPr>
              <a:t> •</a:t>
            </a:r>
            <a:r>
              <a:rPr lang="en-US" altLang="pt-BR" sz="2000" dirty="0">
                <a:solidFill>
                  <a:srgbClr val="3C3939"/>
                </a:solidFill>
                <a:latin typeface="Calibri" panose="020F0502020204030204" charset="0"/>
                <a:ea typeface="Roboto" panose="02000000000000000000" pitchFamily="34" charset="-122"/>
                <a:cs typeface="Calibri" panose="020F0502020204030204" charset="0"/>
              </a:rPr>
              <a:t>Sistema organizado</a:t>
            </a:r>
            <a:endParaRPr lang="en-US" altLang="pt-BR" sz="2000" dirty="0">
              <a:solidFill>
                <a:srgbClr val="3C3939"/>
              </a:solidFill>
              <a:latin typeface="Calibri" panose="020F0502020204030204" charset="0"/>
              <a:ea typeface="Roboto" panose="02000000000000000000" pitchFamily="34" charset="-122"/>
              <a:cs typeface="Calibri" panose="020F0502020204030204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altLang="pt-BR" sz="2000" dirty="0">
                <a:solidFill>
                  <a:srgbClr val="3C3939"/>
                </a:solidFill>
                <a:latin typeface="Calibri" panose="020F0502020204030204" charset="0"/>
                <a:ea typeface="Roboto" panose="02000000000000000000" pitchFamily="34" charset="-122"/>
                <a:cs typeface="Calibri" panose="020F0502020204030204" charset="0"/>
              </a:rPr>
              <a:t> • Seguran</a:t>
            </a:r>
            <a:r>
              <a:rPr lang="en-US" altLang="en-US" sz="2000" dirty="0">
                <a:solidFill>
                  <a:srgbClr val="3C3939"/>
                </a:solidFill>
                <a:latin typeface="Calibri" panose="020F0502020204030204" charset="0"/>
                <a:ea typeface="Roboto" panose="02000000000000000000" pitchFamily="34" charset="-122"/>
                <a:cs typeface="Calibri" panose="020F0502020204030204" charset="0"/>
              </a:rPr>
              <a:t>ç</a:t>
            </a:r>
            <a:r>
              <a:rPr lang="en-US" altLang="pt-BR" sz="2000" dirty="0">
                <a:solidFill>
                  <a:srgbClr val="3C3939"/>
                </a:solidFill>
                <a:latin typeface="Calibri" panose="020F0502020204030204" charset="0"/>
                <a:ea typeface="Roboto" panose="02000000000000000000" pitchFamily="34" charset="-122"/>
                <a:cs typeface="Calibri" panose="020F0502020204030204" charset="0"/>
              </a:rPr>
              <a:t>a</a:t>
            </a:r>
            <a:endParaRPr lang="en-US" altLang="pt-BR" sz="2000" dirty="0">
              <a:solidFill>
                <a:srgbClr val="3C3939"/>
              </a:solidFill>
              <a:latin typeface="Calibri" panose="020F0502020204030204" charset="0"/>
              <a:ea typeface="Roboto" panose="02000000000000000000" pitchFamily="34" charset="-122"/>
              <a:cs typeface="Calibri" panose="020F0502020204030204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altLang="pt-BR" sz="2000" dirty="0">
                <a:solidFill>
                  <a:srgbClr val="3C3939"/>
                </a:solidFill>
                <a:latin typeface="Calibri" panose="020F0502020204030204" charset="0"/>
                <a:ea typeface="Roboto" panose="02000000000000000000" pitchFamily="34" charset="-122"/>
                <a:cs typeface="Calibri" panose="020F0502020204030204" charset="0"/>
              </a:rPr>
              <a:t> • Facilidade de uso</a:t>
            </a:r>
            <a:r>
              <a:rPr lang="en-US" sz="2000" dirty="0">
                <a:solidFill>
                  <a:srgbClr val="3C3939"/>
                </a:solidFill>
                <a:latin typeface="Calibri" panose="020F0502020204030204" charset="0"/>
                <a:ea typeface="Roboto" panose="02000000000000000000" pitchFamily="34" charset="-122"/>
                <a:cs typeface="Calibri" panose="020F0502020204030204" charset="0"/>
              </a:rPr>
              <a:t>.</a:t>
            </a:r>
            <a:endParaRPr lang="en-US" sz="20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904359" y="2010172"/>
            <a:ext cx="3053976" cy="2613918"/>
          </a:xfrm>
          <a:prstGeom prst="roundRect">
            <a:avLst>
              <a:gd name="adj" fmla="val 303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99715" y="2253159"/>
            <a:ext cx="2663262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⚠️</a:t>
            </a:r>
            <a:r>
              <a:rPr lang="en-US" sz="2000" b="1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Desafios</a:t>
            </a:r>
            <a:endParaRPr lang="en-US" sz="2000" b="1" dirty="0"/>
          </a:p>
        </p:txBody>
      </p:sp>
      <p:sp>
        <p:nvSpPr>
          <p:cNvPr id="10" name="Text 7"/>
          <p:cNvSpPr/>
          <p:nvPr/>
        </p:nvSpPr>
        <p:spPr>
          <a:xfrm>
            <a:off x="4099715" y="2661841"/>
            <a:ext cx="2663262" cy="151209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altLang="pt-BR" sz="2000" dirty="0">
                <a:solidFill>
                  <a:srgbClr val="3C3939"/>
                </a:solidFill>
                <a:latin typeface="Calibri" panose="020F0502020204030204" charset="0"/>
                <a:ea typeface="Roboto" panose="02000000000000000000" pitchFamily="34" charset="-122"/>
                <a:cs typeface="Calibri" panose="020F0502020204030204" charset="0"/>
                <a:sym typeface="+mn-ea"/>
              </a:rPr>
              <a:t>•</a:t>
            </a:r>
            <a:r>
              <a:rPr lang="en-US" altLang="pt-BR" sz="2000" dirty="0">
                <a:solidFill>
                  <a:srgbClr val="3C3939"/>
                </a:solidFill>
                <a:latin typeface="Calibri" panose="020F0502020204030204" charset="0"/>
                <a:ea typeface="Roboto" panose="02000000000000000000" pitchFamily="34" charset="-122"/>
                <a:cs typeface="Calibri" panose="020F0502020204030204" charset="0"/>
              </a:rPr>
              <a:t>Pr</a:t>
            </a:r>
            <a:r>
              <a:rPr lang="en-US" altLang="en-US" sz="2000" dirty="0">
                <a:solidFill>
                  <a:srgbClr val="3C3939"/>
                </a:solidFill>
                <a:latin typeface="Calibri" panose="020F0502020204030204" charset="0"/>
                <a:ea typeface="Roboto" panose="02000000000000000000" pitchFamily="34" charset="-122"/>
                <a:cs typeface="Calibri" panose="020F0502020204030204" charset="0"/>
              </a:rPr>
              <a:t>é-</a:t>
            </a:r>
            <a:r>
              <a:rPr lang="en-US" altLang="pt-BR" sz="2000" dirty="0">
                <a:solidFill>
                  <a:srgbClr val="3C3939"/>
                </a:solidFill>
                <a:latin typeface="Calibri" panose="020F0502020204030204" charset="0"/>
                <a:ea typeface="Roboto" panose="02000000000000000000" pitchFamily="34" charset="-122"/>
                <a:cs typeface="Calibri" panose="020F0502020204030204" charset="0"/>
              </a:rPr>
              <a:t>requisitos </a:t>
            </a:r>
            <a:endParaRPr lang="en-US" altLang="pt-BR" sz="2000" dirty="0">
              <a:solidFill>
                <a:srgbClr val="3C3939"/>
              </a:solidFill>
              <a:latin typeface="Calibri" panose="020F0502020204030204" charset="0"/>
              <a:ea typeface="Roboto" panose="02000000000000000000" pitchFamily="34" charset="-122"/>
              <a:cs typeface="Calibri" panose="020F0502020204030204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altLang="pt-BR" sz="2000" dirty="0">
                <a:solidFill>
                  <a:srgbClr val="3C3939"/>
                </a:solidFill>
                <a:latin typeface="Calibri" panose="020F0502020204030204" charset="0"/>
                <a:ea typeface="Roboto" panose="02000000000000000000" pitchFamily="34" charset="-122"/>
                <a:cs typeface="Calibri" panose="020F0502020204030204" charset="0"/>
              </a:rPr>
              <a:t>• Seguran</a:t>
            </a:r>
            <a:r>
              <a:rPr lang="en-US" altLang="en-US" sz="2000" dirty="0">
                <a:solidFill>
                  <a:srgbClr val="3C3939"/>
                </a:solidFill>
                <a:latin typeface="Calibri" panose="020F0502020204030204" charset="0"/>
                <a:ea typeface="Roboto" panose="02000000000000000000" pitchFamily="34" charset="-122"/>
                <a:cs typeface="Calibri" panose="020F0502020204030204" charset="0"/>
              </a:rPr>
              <a:t>ç</a:t>
            </a:r>
            <a:r>
              <a:rPr lang="en-US" altLang="pt-BR" sz="2000" dirty="0">
                <a:solidFill>
                  <a:srgbClr val="3C3939"/>
                </a:solidFill>
                <a:latin typeface="Calibri" panose="020F0502020204030204" charset="0"/>
                <a:ea typeface="Roboto" panose="02000000000000000000" pitchFamily="34" charset="-122"/>
                <a:cs typeface="Calibri" panose="020F0502020204030204" charset="0"/>
              </a:rPr>
              <a:t>a </a:t>
            </a:r>
            <a:endParaRPr lang="en-US" altLang="pt-BR" sz="2000" dirty="0">
              <a:solidFill>
                <a:srgbClr val="3C3939"/>
              </a:solidFill>
              <a:latin typeface="Calibri" panose="020F0502020204030204" charset="0"/>
              <a:ea typeface="Roboto" panose="02000000000000000000" pitchFamily="34" charset="-122"/>
              <a:cs typeface="Calibri" panose="020F0502020204030204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altLang="pt-BR" sz="2000" dirty="0">
                <a:solidFill>
                  <a:srgbClr val="3C3939"/>
                </a:solidFill>
                <a:latin typeface="Calibri" panose="020F0502020204030204" charset="0"/>
                <a:ea typeface="Roboto" panose="02000000000000000000" pitchFamily="34" charset="-122"/>
                <a:cs typeface="Calibri" panose="020F0502020204030204" charset="0"/>
              </a:rPr>
              <a:t>• Consist</a:t>
            </a:r>
            <a:r>
              <a:rPr lang="en-US" altLang="en-US" sz="2000" dirty="0">
                <a:solidFill>
                  <a:srgbClr val="3C3939"/>
                </a:solidFill>
                <a:latin typeface="Calibri" panose="020F0502020204030204" charset="0"/>
                <a:ea typeface="Roboto" panose="02000000000000000000" pitchFamily="34" charset="-122"/>
                <a:cs typeface="Calibri" panose="020F0502020204030204" charset="0"/>
              </a:rPr>
              <a:t>ê</a:t>
            </a:r>
            <a:r>
              <a:rPr lang="en-US" altLang="pt-BR" sz="2000" dirty="0">
                <a:solidFill>
                  <a:srgbClr val="3C3939"/>
                </a:solidFill>
                <a:latin typeface="Calibri" panose="020F0502020204030204" charset="0"/>
                <a:ea typeface="Roboto" panose="02000000000000000000" pitchFamily="34" charset="-122"/>
                <a:cs typeface="Calibri" panose="020F0502020204030204" charset="0"/>
              </a:rPr>
              <a:t>ncia dos dados</a:t>
            </a:r>
            <a:r>
              <a:rPr lang="en-US" sz="2000" b="1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.</a:t>
            </a:r>
            <a:endParaRPr lang="en-US" sz="2000" b="1" dirty="0">
              <a:solidFill>
                <a:srgbClr val="3C3939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61475" y="4860727"/>
            <a:ext cx="6296860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6832" y="5056088"/>
            <a:ext cx="5906146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🚀</a:t>
            </a:r>
            <a:r>
              <a:rPr lang="en-US" sz="2000" b="1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Próximos Passos</a:t>
            </a:r>
            <a:endParaRPr lang="en-US" sz="2000" b="1" dirty="0"/>
          </a:p>
        </p:txBody>
      </p:sp>
      <p:sp>
        <p:nvSpPr>
          <p:cNvPr id="13" name="Text 10"/>
          <p:cNvSpPr/>
          <p:nvPr/>
        </p:nvSpPr>
        <p:spPr>
          <a:xfrm>
            <a:off x="856832" y="5464770"/>
            <a:ext cx="5906146" cy="60483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altLang="pt-BR" sz="2000" dirty="0"/>
              <a:t>Prot</a:t>
            </a:r>
            <a:r>
              <a:rPr lang="en-US" altLang="en-US" sz="2000" dirty="0"/>
              <a:t>ó</a:t>
            </a:r>
            <a:r>
              <a:rPr lang="en-US" altLang="pt-BR" sz="2000" dirty="0"/>
              <a:t>tipo • Desenvolvimento e testes • Valida</a:t>
            </a:r>
            <a:r>
              <a:rPr lang="en-US" altLang="en-US" sz="2000" dirty="0"/>
              <a:t>ç</a:t>
            </a:r>
            <a:r>
              <a:rPr lang="en-US" altLang="en-US" sz="2000" dirty="0"/>
              <a:t>ã</a:t>
            </a:r>
            <a:r>
              <a:rPr lang="en-US" altLang="pt-BR" sz="2000" dirty="0"/>
              <a:t>o</a:t>
            </a:r>
            <a:endParaRPr lang="en-US" altLang="pt-BR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2501</Words>
  <Application>WPS Presentation</Application>
  <PresentationFormat>On-screen Show (16:9)</PresentationFormat>
  <Paragraphs>124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6" baseType="lpstr">
      <vt:lpstr>Arial</vt:lpstr>
      <vt:lpstr>SimSun</vt:lpstr>
      <vt:lpstr>Wingdings</vt:lpstr>
      <vt:lpstr>Raleway</vt:lpstr>
      <vt:lpstr>Raleway</vt:lpstr>
      <vt:lpstr>Raleway</vt:lpstr>
      <vt:lpstr>Roboto</vt:lpstr>
      <vt:lpstr>Roboto</vt:lpstr>
      <vt:lpstr>Roboto</vt:lpstr>
      <vt:lpstr>Roboto Bold</vt:lpstr>
      <vt:lpstr>Roboto Bold</vt:lpstr>
      <vt:lpstr>Roboto Bold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Mário</cp:lastModifiedBy>
  <cp:revision>9</cp:revision>
  <dcterms:created xsi:type="dcterms:W3CDTF">2026-08-24T22:41:00Z</dcterms:created>
  <dcterms:modified xsi:type="dcterms:W3CDTF">2026-08-25T17:16:52Z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1046-12.1.0.28485</vt:lpwstr>
  </property>
  <property fmtid="{D5CDD505-2E9C-101B-9397-08002B2CF9AE}" pid="3" name="ICV">
    <vt:lpwstr>54454EF5268A4C1C889C8F2B901E34B3_12</vt:lpwstr>
  </property>
</Properties>
</file>